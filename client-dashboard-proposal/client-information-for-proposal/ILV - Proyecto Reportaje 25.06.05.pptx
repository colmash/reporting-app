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93" r:id="rId4"/>
  </p:sldMasterIdLst>
  <p:notesMasterIdLst>
    <p:notesMasterId r:id="rId21"/>
  </p:notesMasterIdLst>
  <p:sldIdLst>
    <p:sldId id="256" r:id="rId5"/>
    <p:sldId id="3685" r:id="rId6"/>
    <p:sldId id="257" r:id="rId7"/>
    <p:sldId id="3693" r:id="rId8"/>
    <p:sldId id="3688" r:id="rId9"/>
    <p:sldId id="3679" r:id="rId10"/>
    <p:sldId id="3694" r:id="rId11"/>
    <p:sldId id="3680" r:id="rId12"/>
    <p:sldId id="3697" r:id="rId13"/>
    <p:sldId id="3681" r:id="rId14"/>
    <p:sldId id="3698" r:id="rId15"/>
    <p:sldId id="3689" r:id="rId16"/>
    <p:sldId id="3699" r:id="rId17"/>
    <p:sldId id="3691" r:id="rId18"/>
    <p:sldId id="3692" r:id="rId19"/>
    <p:sldId id="361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06A3721-3A4F-437F-B3BE-45F27A6EBB02}">
          <p14:sldIdLst>
            <p14:sldId id="256"/>
            <p14:sldId id="3685"/>
            <p14:sldId id="257"/>
            <p14:sldId id="3693"/>
            <p14:sldId id="3688"/>
            <p14:sldId id="3679"/>
            <p14:sldId id="3694"/>
            <p14:sldId id="3680"/>
            <p14:sldId id="3697"/>
            <p14:sldId id="3681"/>
            <p14:sldId id="3698"/>
            <p14:sldId id="3689"/>
            <p14:sldId id="3699"/>
            <p14:sldId id="3691"/>
            <p14:sldId id="3692"/>
            <p14:sldId id="36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9F8F1"/>
    <a:srgbClr val="ECE6DD"/>
    <a:srgbClr val="0066CC"/>
    <a:srgbClr val="EFF0ED"/>
    <a:srgbClr val="DCDFDA"/>
    <a:srgbClr val="FF33CC"/>
    <a:srgbClr val="0024B2"/>
    <a:srgbClr val="F1F1F1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EE3E8-298B-4104-ACBD-C12EAF6FC0F8}" v="44" dt="2025-06-06T00:01:21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96234" autoAdjust="0"/>
  </p:normalViewPr>
  <p:slideViewPr>
    <p:cSldViewPr snapToGrid="0">
      <p:cViewPr varScale="1">
        <p:scale>
          <a:sx n="93" d="100"/>
          <a:sy n="93" d="100"/>
        </p:scale>
        <p:origin x="701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9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Silva" userId="cdbbe3fa6620dee6" providerId="LiveId" clId="{20BEE3E8-298B-4104-ACBD-C12EAF6FC0F8}"/>
    <pc:docChg chg="undo custSel addSld delSld modSld sldOrd delSection modSection">
      <pc:chgData name="Daniel Silva" userId="cdbbe3fa6620dee6" providerId="LiveId" clId="{20BEE3E8-298B-4104-ACBD-C12EAF6FC0F8}" dt="2025-06-06T00:01:26.389" v="4093" actId="20577"/>
      <pc:docMkLst>
        <pc:docMk/>
      </pc:docMkLst>
      <pc:sldChg chg="modSp mod">
        <pc:chgData name="Daniel Silva" userId="cdbbe3fa6620dee6" providerId="LiveId" clId="{20BEE3E8-298B-4104-ACBD-C12EAF6FC0F8}" dt="2025-06-06T00:01:26.389" v="4093" actId="20577"/>
        <pc:sldMkLst>
          <pc:docMk/>
          <pc:sldMk cId="3754664940" sldId="256"/>
        </pc:sldMkLst>
        <pc:spChg chg="mod">
          <ac:chgData name="Daniel Silva" userId="cdbbe3fa6620dee6" providerId="LiveId" clId="{20BEE3E8-298B-4104-ACBD-C12EAF6FC0F8}" dt="2025-06-06T00:01:26.389" v="4093" actId="20577"/>
          <ac:spMkLst>
            <pc:docMk/>
            <pc:sldMk cId="3754664940" sldId="256"/>
            <ac:spMk id="3" creationId="{E309A740-48C5-4AE5-879B-F567D3D7ACDC}"/>
          </ac:spMkLst>
        </pc:spChg>
      </pc:sldChg>
      <pc:sldChg chg="modSp add del mod">
        <pc:chgData name="Daniel Silva" userId="cdbbe3fa6620dee6" providerId="LiveId" clId="{20BEE3E8-298B-4104-ACBD-C12EAF6FC0F8}" dt="2025-06-05T23:57:11.397" v="3810" actId="20577"/>
        <pc:sldMkLst>
          <pc:docMk/>
          <pc:sldMk cId="1455298830" sldId="257"/>
        </pc:sldMkLst>
        <pc:spChg chg="mod">
          <ac:chgData name="Daniel Silva" userId="cdbbe3fa6620dee6" providerId="LiveId" clId="{20BEE3E8-298B-4104-ACBD-C12EAF6FC0F8}" dt="2025-06-05T23:36:05.897" v="1938" actId="20577"/>
          <ac:spMkLst>
            <pc:docMk/>
            <pc:sldMk cId="1455298830" sldId="257"/>
            <ac:spMk id="2" creationId="{C6BD09BE-F69B-4EA0-8C65-64E1C0F4F08B}"/>
          </ac:spMkLst>
        </pc:spChg>
        <pc:spChg chg="mod">
          <ac:chgData name="Daniel Silva" userId="cdbbe3fa6620dee6" providerId="LiveId" clId="{20BEE3E8-298B-4104-ACBD-C12EAF6FC0F8}" dt="2025-06-05T23:37:16.791" v="2055" actId="1036"/>
          <ac:spMkLst>
            <pc:docMk/>
            <pc:sldMk cId="1455298830" sldId="257"/>
            <ac:spMk id="7" creationId="{7D23FF25-6F20-4ADA-8715-6885DE7B08A3}"/>
          </ac:spMkLst>
        </pc:spChg>
        <pc:graphicFrameChg chg="modGraphic">
          <ac:chgData name="Daniel Silva" userId="cdbbe3fa6620dee6" providerId="LiveId" clId="{20BEE3E8-298B-4104-ACBD-C12EAF6FC0F8}" dt="2025-06-05T23:57:11.397" v="3810" actId="20577"/>
          <ac:graphicFrameMkLst>
            <pc:docMk/>
            <pc:sldMk cId="1455298830" sldId="257"/>
            <ac:graphicFrameMk id="4" creationId="{7EAC71B7-8D7E-49E0-AE8F-D24CDA0E330B}"/>
          </ac:graphicFrameMkLst>
        </pc:graphicFrameChg>
      </pc:sldChg>
      <pc:sldChg chg="del">
        <pc:chgData name="Daniel Silva" userId="cdbbe3fa6620dee6" providerId="LiveId" clId="{20BEE3E8-298B-4104-ACBD-C12EAF6FC0F8}" dt="2025-06-05T21:56:20.820" v="1" actId="18676"/>
        <pc:sldMkLst>
          <pc:docMk/>
          <pc:sldMk cId="3316353824" sldId="3642"/>
        </pc:sldMkLst>
      </pc:sldChg>
      <pc:sldChg chg="del">
        <pc:chgData name="Daniel Silva" userId="cdbbe3fa6620dee6" providerId="LiveId" clId="{20BEE3E8-298B-4104-ACBD-C12EAF6FC0F8}" dt="2025-06-05T21:56:46.314" v="4" actId="18676"/>
        <pc:sldMkLst>
          <pc:docMk/>
          <pc:sldMk cId="2666891850" sldId="3673"/>
        </pc:sldMkLst>
      </pc:sldChg>
      <pc:sldChg chg="del">
        <pc:chgData name="Daniel Silva" userId="cdbbe3fa6620dee6" providerId="LiveId" clId="{20BEE3E8-298B-4104-ACBD-C12EAF6FC0F8}" dt="2025-06-06T00:01:06.839" v="4053" actId="47"/>
        <pc:sldMkLst>
          <pc:docMk/>
          <pc:sldMk cId="1695426762" sldId="3675"/>
        </pc:sldMkLst>
      </pc:sldChg>
      <pc:sldChg chg="del">
        <pc:chgData name="Daniel Silva" userId="cdbbe3fa6620dee6" providerId="LiveId" clId="{20BEE3E8-298B-4104-ACBD-C12EAF6FC0F8}" dt="2025-06-05T21:57:01.373" v="7" actId="47"/>
        <pc:sldMkLst>
          <pc:docMk/>
          <pc:sldMk cId="2804727757" sldId="3676"/>
        </pc:sldMkLst>
      </pc:sldChg>
      <pc:sldChg chg="del">
        <pc:chgData name="Daniel Silva" userId="cdbbe3fa6620dee6" providerId="LiveId" clId="{20BEE3E8-298B-4104-ACBD-C12EAF6FC0F8}" dt="2025-06-05T21:56:20.820" v="1" actId="18676"/>
        <pc:sldMkLst>
          <pc:docMk/>
          <pc:sldMk cId="3702175628" sldId="3677"/>
        </pc:sldMkLst>
      </pc:sldChg>
      <pc:sldChg chg="del">
        <pc:chgData name="Daniel Silva" userId="cdbbe3fa6620dee6" providerId="LiveId" clId="{20BEE3E8-298B-4104-ACBD-C12EAF6FC0F8}" dt="2025-06-05T21:56:20.820" v="1" actId="18676"/>
        <pc:sldMkLst>
          <pc:docMk/>
          <pc:sldMk cId="1370302200" sldId="3678"/>
        </pc:sldMkLst>
      </pc:sldChg>
      <pc:sldChg chg="addSp delSp modSp mod">
        <pc:chgData name="Daniel Silva" userId="cdbbe3fa6620dee6" providerId="LiveId" clId="{20BEE3E8-298B-4104-ACBD-C12EAF6FC0F8}" dt="2025-06-05T23:38:21.217" v="2082" actId="20577"/>
        <pc:sldMkLst>
          <pc:docMk/>
          <pc:sldMk cId="3630688700" sldId="3679"/>
        </pc:sldMkLst>
        <pc:spChg chg="mod">
          <ac:chgData name="Daniel Silva" userId="cdbbe3fa6620dee6" providerId="LiveId" clId="{20BEE3E8-298B-4104-ACBD-C12EAF6FC0F8}" dt="2025-06-05T23:38:21.217" v="2082" actId="20577"/>
          <ac:spMkLst>
            <pc:docMk/>
            <pc:sldMk cId="3630688700" sldId="3679"/>
            <ac:spMk id="2" creationId="{3FC886AE-A505-6C9D-39D5-A7AF9F3DFD27}"/>
          </ac:spMkLst>
        </pc:spChg>
        <pc:spChg chg="add mod">
          <ac:chgData name="Daniel Silva" userId="cdbbe3fa6620dee6" providerId="LiveId" clId="{20BEE3E8-298B-4104-ACBD-C12EAF6FC0F8}" dt="2025-06-05T23:03:34.779" v="1606" actId="1035"/>
          <ac:spMkLst>
            <pc:docMk/>
            <pc:sldMk cId="3630688700" sldId="3679"/>
            <ac:spMk id="5" creationId="{D58F388B-10DC-8A91-E1D7-CA621479D8B9}"/>
          </ac:spMkLst>
        </pc:spChg>
        <pc:spChg chg="add mod">
          <ac:chgData name="Daniel Silva" userId="cdbbe3fa6620dee6" providerId="LiveId" clId="{20BEE3E8-298B-4104-ACBD-C12EAF6FC0F8}" dt="2025-06-05T23:32:38.479" v="1785" actId="1076"/>
          <ac:spMkLst>
            <pc:docMk/>
            <pc:sldMk cId="3630688700" sldId="3679"/>
            <ac:spMk id="9" creationId="{EBABF4B2-4E83-66E6-25E6-7AA835A44FEE}"/>
          </ac:spMkLst>
        </pc:spChg>
        <pc:spChg chg="add mod">
          <ac:chgData name="Daniel Silva" userId="cdbbe3fa6620dee6" providerId="LiveId" clId="{20BEE3E8-298B-4104-ACBD-C12EAF6FC0F8}" dt="2025-06-05T23:33:08.909" v="1792" actId="1582"/>
          <ac:spMkLst>
            <pc:docMk/>
            <pc:sldMk cId="3630688700" sldId="3679"/>
            <ac:spMk id="12" creationId="{EDA0D655-A8FD-AAD8-E6D4-C1E575DBE461}"/>
          </ac:spMkLst>
        </pc:spChg>
        <pc:picChg chg="del mod">
          <ac:chgData name="Daniel Silva" userId="cdbbe3fa6620dee6" providerId="LiveId" clId="{20BEE3E8-298B-4104-ACBD-C12EAF6FC0F8}" dt="2025-06-05T23:02:55.930" v="1581" actId="478"/>
          <ac:picMkLst>
            <pc:docMk/>
            <pc:sldMk cId="3630688700" sldId="3679"/>
            <ac:picMk id="7" creationId="{41956BB2-5D8B-918C-8FBA-89E1BF543B2B}"/>
          </ac:picMkLst>
        </pc:picChg>
        <pc:picChg chg="add mod modCrop">
          <ac:chgData name="Daniel Silva" userId="cdbbe3fa6620dee6" providerId="LiveId" clId="{20BEE3E8-298B-4104-ACBD-C12EAF6FC0F8}" dt="2025-06-05T23:32:44.480" v="1788" actId="1076"/>
          <ac:picMkLst>
            <pc:docMk/>
            <pc:sldMk cId="3630688700" sldId="3679"/>
            <ac:picMk id="8" creationId="{1EF5A714-4ADF-E5F9-8E7E-E86F9FEA3887}"/>
          </ac:picMkLst>
        </pc:picChg>
        <pc:picChg chg="add mod">
          <ac:chgData name="Daniel Silva" userId="cdbbe3fa6620dee6" providerId="LiveId" clId="{20BEE3E8-298B-4104-ACBD-C12EAF6FC0F8}" dt="2025-06-05T23:33:29.660" v="1796" actId="1076"/>
          <ac:picMkLst>
            <pc:docMk/>
            <pc:sldMk cId="3630688700" sldId="3679"/>
            <ac:picMk id="11" creationId="{E9E9E31F-082C-FA6C-F29B-1F09F14F66D1}"/>
          </ac:picMkLst>
        </pc:picChg>
        <pc:cxnChg chg="add mod">
          <ac:chgData name="Daniel Silva" userId="cdbbe3fa6620dee6" providerId="LiveId" clId="{20BEE3E8-298B-4104-ACBD-C12EAF6FC0F8}" dt="2025-06-05T23:33:27.769" v="1795" actId="1582"/>
          <ac:cxnSpMkLst>
            <pc:docMk/>
            <pc:sldMk cId="3630688700" sldId="3679"/>
            <ac:cxnSpMk id="14" creationId="{5CBB425C-E831-01AF-40B3-24B536DA2B0D}"/>
          </ac:cxnSpMkLst>
        </pc:cxnChg>
      </pc:sldChg>
      <pc:sldChg chg="addSp delSp modSp mod">
        <pc:chgData name="Daniel Silva" userId="cdbbe3fa6620dee6" providerId="LiveId" clId="{20BEE3E8-298B-4104-ACBD-C12EAF6FC0F8}" dt="2025-06-05T23:40:13.640" v="2206" actId="20577"/>
        <pc:sldMkLst>
          <pc:docMk/>
          <pc:sldMk cId="258422007" sldId="3680"/>
        </pc:sldMkLst>
        <pc:spChg chg="mod">
          <ac:chgData name="Daniel Silva" userId="cdbbe3fa6620dee6" providerId="LiveId" clId="{20BEE3E8-298B-4104-ACBD-C12EAF6FC0F8}" dt="2025-06-05T23:40:13.640" v="2206" actId="20577"/>
          <ac:spMkLst>
            <pc:docMk/>
            <pc:sldMk cId="258422007" sldId="3680"/>
            <ac:spMk id="2" creationId="{0B2EB312-60A3-29C3-F3E3-05C3F7E1D81D}"/>
          </ac:spMkLst>
        </pc:spChg>
        <pc:spChg chg="del mod">
          <ac:chgData name="Daniel Silva" userId="cdbbe3fa6620dee6" providerId="LiveId" clId="{20BEE3E8-298B-4104-ACBD-C12EAF6FC0F8}" dt="2025-06-05T23:34:01.930" v="1819" actId="478"/>
          <ac:spMkLst>
            <pc:docMk/>
            <pc:sldMk cId="258422007" sldId="3680"/>
            <ac:spMk id="5" creationId="{7E0A741D-C16D-73D4-A7BA-7C33104EA134}"/>
          </ac:spMkLst>
        </pc:spChg>
        <pc:spChg chg="add mod">
          <ac:chgData name="Daniel Silva" userId="cdbbe3fa6620dee6" providerId="LiveId" clId="{20BEE3E8-298B-4104-ACBD-C12EAF6FC0F8}" dt="2025-06-05T23:39:01.509" v="2093" actId="1076"/>
          <ac:spMkLst>
            <pc:docMk/>
            <pc:sldMk cId="258422007" sldId="3680"/>
            <ac:spMk id="6" creationId="{DABB1E3D-7909-5665-2F64-E356BC4B0EED}"/>
          </ac:spMkLst>
        </pc:spChg>
        <pc:spChg chg="add mod">
          <ac:chgData name="Daniel Silva" userId="cdbbe3fa6620dee6" providerId="LiveId" clId="{20BEE3E8-298B-4104-ACBD-C12EAF6FC0F8}" dt="2025-06-05T23:39:23.332" v="2110" actId="1076"/>
          <ac:spMkLst>
            <pc:docMk/>
            <pc:sldMk cId="258422007" sldId="3680"/>
            <ac:spMk id="7" creationId="{EFBC686C-737A-A37E-C4E1-6216EFF69E10}"/>
          </ac:spMkLst>
        </pc:spChg>
        <pc:spChg chg="add mod">
          <ac:chgData name="Daniel Silva" userId="cdbbe3fa6620dee6" providerId="LiveId" clId="{20BEE3E8-298B-4104-ACBD-C12EAF6FC0F8}" dt="2025-06-05T23:40:04.320" v="2191" actId="1035"/>
          <ac:spMkLst>
            <pc:docMk/>
            <pc:sldMk cId="258422007" sldId="3680"/>
            <ac:spMk id="8" creationId="{B9556B41-8F51-9031-52EC-8B7DC9CFDBEF}"/>
          </ac:spMkLst>
        </pc:spChg>
        <pc:spChg chg="add mod">
          <ac:chgData name="Daniel Silva" userId="cdbbe3fa6620dee6" providerId="LiveId" clId="{20BEE3E8-298B-4104-ACBD-C12EAF6FC0F8}" dt="2025-06-05T23:38:58.742" v="2091" actId="1076"/>
          <ac:spMkLst>
            <pc:docMk/>
            <pc:sldMk cId="258422007" sldId="3680"/>
            <ac:spMk id="11" creationId="{03DE7EC1-C886-309A-3741-5153AEA84426}"/>
          </ac:spMkLst>
        </pc:spChg>
        <pc:picChg chg="add mod">
          <ac:chgData name="Daniel Silva" userId="cdbbe3fa6620dee6" providerId="LiveId" clId="{20BEE3E8-298B-4104-ACBD-C12EAF6FC0F8}" dt="2025-06-05T23:38:58.742" v="2091" actId="1076"/>
          <ac:picMkLst>
            <pc:docMk/>
            <pc:sldMk cId="258422007" sldId="3680"/>
            <ac:picMk id="10" creationId="{C7A15F5B-D9C6-5367-42CB-CFCEBE4146CD}"/>
          </ac:picMkLst>
        </pc:picChg>
      </pc:sldChg>
      <pc:sldChg chg="addSp modSp mod">
        <pc:chgData name="Daniel Silva" userId="cdbbe3fa6620dee6" providerId="LiveId" clId="{20BEE3E8-298B-4104-ACBD-C12EAF6FC0F8}" dt="2025-06-05T23:51:23.719" v="2973" actId="1076"/>
        <pc:sldMkLst>
          <pc:docMk/>
          <pc:sldMk cId="3023306041" sldId="3681"/>
        </pc:sldMkLst>
        <pc:spChg chg="mod">
          <ac:chgData name="Daniel Silva" userId="cdbbe3fa6620dee6" providerId="LiveId" clId="{20BEE3E8-298B-4104-ACBD-C12EAF6FC0F8}" dt="2025-06-05T23:40:42.884" v="2239" actId="5793"/>
          <ac:spMkLst>
            <pc:docMk/>
            <pc:sldMk cId="3023306041" sldId="3681"/>
            <ac:spMk id="2" creationId="{AB098B4A-AE4E-F0B2-B192-69CB79BD9570}"/>
          </ac:spMkLst>
        </pc:spChg>
        <pc:spChg chg="mod">
          <ac:chgData name="Daniel Silva" userId="cdbbe3fa6620dee6" providerId="LiveId" clId="{20BEE3E8-298B-4104-ACBD-C12EAF6FC0F8}" dt="2025-06-05T23:51:19.514" v="2972" actId="14100"/>
          <ac:spMkLst>
            <pc:docMk/>
            <pc:sldMk cId="3023306041" sldId="3681"/>
            <ac:spMk id="8" creationId="{6C19D5C7-3E0C-F8D9-4D04-3FEAE728B3F6}"/>
          </ac:spMkLst>
        </pc:spChg>
        <pc:picChg chg="mod">
          <ac:chgData name="Daniel Silva" userId="cdbbe3fa6620dee6" providerId="LiveId" clId="{20BEE3E8-298B-4104-ACBD-C12EAF6FC0F8}" dt="2025-06-05T23:51:23.719" v="2973" actId="1076"/>
          <ac:picMkLst>
            <pc:docMk/>
            <pc:sldMk cId="3023306041" sldId="3681"/>
            <ac:picMk id="5" creationId="{F4738FEF-9BD1-3D8C-14CC-4AC15D70831F}"/>
          </ac:picMkLst>
        </pc:picChg>
        <pc:picChg chg="add mod">
          <ac:chgData name="Daniel Silva" userId="cdbbe3fa6620dee6" providerId="LiveId" clId="{20BEE3E8-298B-4104-ACBD-C12EAF6FC0F8}" dt="2025-06-05T23:45:30.859" v="2943" actId="1076"/>
          <ac:picMkLst>
            <pc:docMk/>
            <pc:sldMk cId="3023306041" sldId="3681"/>
            <ac:picMk id="7" creationId="{FDB26DCC-F5F3-2358-E170-F439B642BC62}"/>
          </ac:picMkLst>
        </pc:picChg>
        <pc:picChg chg="add mod">
          <ac:chgData name="Daniel Silva" userId="cdbbe3fa6620dee6" providerId="LiveId" clId="{20BEE3E8-298B-4104-ACBD-C12EAF6FC0F8}" dt="2025-06-05T23:45:55.289" v="2954" actId="1076"/>
          <ac:picMkLst>
            <pc:docMk/>
            <pc:sldMk cId="3023306041" sldId="3681"/>
            <ac:picMk id="10" creationId="{EF6F932E-E7C4-623B-1CDE-38F3AC09EF11}"/>
          </ac:picMkLst>
        </pc:picChg>
      </pc:sldChg>
      <pc:sldChg chg="del">
        <pc:chgData name="Daniel Silva" userId="cdbbe3fa6620dee6" providerId="LiveId" clId="{20BEE3E8-298B-4104-ACBD-C12EAF6FC0F8}" dt="2025-06-05T21:56:20.820" v="1" actId="18676"/>
        <pc:sldMkLst>
          <pc:docMk/>
          <pc:sldMk cId="2907357616" sldId="3684"/>
        </pc:sldMkLst>
      </pc:sldChg>
      <pc:sldChg chg="addSp delSp modSp mod">
        <pc:chgData name="Daniel Silva" userId="cdbbe3fa6620dee6" providerId="LiveId" clId="{20BEE3E8-298B-4104-ACBD-C12EAF6FC0F8}" dt="2025-06-05T22:36:57.130" v="984" actId="20577"/>
        <pc:sldMkLst>
          <pc:docMk/>
          <pc:sldMk cId="904280054" sldId="3685"/>
        </pc:sldMkLst>
        <pc:spChg chg="add mod">
          <ac:chgData name="Daniel Silva" userId="cdbbe3fa6620dee6" providerId="LiveId" clId="{20BEE3E8-298B-4104-ACBD-C12EAF6FC0F8}" dt="2025-06-05T22:31:57.189" v="579" actId="1076"/>
          <ac:spMkLst>
            <pc:docMk/>
            <pc:sldMk cId="904280054" sldId="3685"/>
            <ac:spMk id="2" creationId="{3BE10739-A15E-5F15-4C06-1D68F579EF4C}"/>
          </ac:spMkLst>
        </pc:spChg>
        <pc:spChg chg="mod">
          <ac:chgData name="Daniel Silva" userId="cdbbe3fa6620dee6" providerId="LiveId" clId="{20BEE3E8-298B-4104-ACBD-C12EAF6FC0F8}" dt="2025-06-05T22:32:20.213" v="582" actId="313"/>
          <ac:spMkLst>
            <pc:docMk/>
            <pc:sldMk cId="904280054" sldId="3685"/>
            <ac:spMk id="5" creationId="{14228B57-A8A8-730A-4258-E7CA2A0986D6}"/>
          </ac:spMkLst>
        </pc:spChg>
        <pc:spChg chg="mod topLvl">
          <ac:chgData name="Daniel Silva" userId="cdbbe3fa6620dee6" providerId="LiveId" clId="{20BEE3E8-298B-4104-ACBD-C12EAF6FC0F8}" dt="2025-06-05T22:32:55.753" v="585" actId="14100"/>
          <ac:spMkLst>
            <pc:docMk/>
            <pc:sldMk cId="904280054" sldId="3685"/>
            <ac:spMk id="7" creationId="{31E85C3D-3507-EAB2-D9FC-2126B5F47D30}"/>
          </ac:spMkLst>
        </pc:spChg>
        <pc:spChg chg="mod topLvl">
          <ac:chgData name="Daniel Silva" userId="cdbbe3fa6620dee6" providerId="LiveId" clId="{20BEE3E8-298B-4104-ACBD-C12EAF6FC0F8}" dt="2025-06-05T22:33:13.650" v="594" actId="1038"/>
          <ac:spMkLst>
            <pc:docMk/>
            <pc:sldMk cId="904280054" sldId="3685"/>
            <ac:spMk id="8" creationId="{3B654B7B-6CCF-EE8F-AF99-A17F9FC78DE8}"/>
          </ac:spMkLst>
        </pc:spChg>
        <pc:spChg chg="mod topLvl">
          <ac:chgData name="Daniel Silva" userId="cdbbe3fa6620dee6" providerId="LiveId" clId="{20BEE3E8-298B-4104-ACBD-C12EAF6FC0F8}" dt="2025-06-05T22:33:08.880" v="588" actId="14100"/>
          <ac:spMkLst>
            <pc:docMk/>
            <pc:sldMk cId="904280054" sldId="3685"/>
            <ac:spMk id="9" creationId="{86F6D9FB-06AE-A769-7990-3B509D620EE8}"/>
          </ac:spMkLst>
        </pc:spChg>
        <pc:spChg chg="mod topLvl">
          <ac:chgData name="Daniel Silva" userId="cdbbe3fa6620dee6" providerId="LiveId" clId="{20BEE3E8-298B-4104-ACBD-C12EAF6FC0F8}" dt="2025-06-05T22:34:36.190" v="613" actId="14100"/>
          <ac:spMkLst>
            <pc:docMk/>
            <pc:sldMk cId="904280054" sldId="3685"/>
            <ac:spMk id="10" creationId="{990C015E-4826-37B1-1B7B-197C4CE93936}"/>
          </ac:spMkLst>
        </pc:spChg>
        <pc:spChg chg="mod topLvl">
          <ac:chgData name="Daniel Silva" userId="cdbbe3fa6620dee6" providerId="LiveId" clId="{20BEE3E8-298B-4104-ACBD-C12EAF6FC0F8}" dt="2025-06-05T22:34:36.190" v="613" actId="14100"/>
          <ac:spMkLst>
            <pc:docMk/>
            <pc:sldMk cId="904280054" sldId="3685"/>
            <ac:spMk id="11" creationId="{50CE2169-AE9F-F7E7-1307-8344B50BDE5F}"/>
          </ac:spMkLst>
        </pc:spChg>
        <pc:spChg chg="mod topLvl">
          <ac:chgData name="Daniel Silva" userId="cdbbe3fa6620dee6" providerId="LiveId" clId="{20BEE3E8-298B-4104-ACBD-C12EAF6FC0F8}" dt="2025-06-05T22:34:36.190" v="613" actId="14100"/>
          <ac:spMkLst>
            <pc:docMk/>
            <pc:sldMk cId="904280054" sldId="3685"/>
            <ac:spMk id="12" creationId="{1189F757-2344-8913-00A3-5BF8227EF37B}"/>
          </ac:spMkLst>
        </pc:spChg>
        <pc:spChg chg="add mod">
          <ac:chgData name="Daniel Silva" userId="cdbbe3fa6620dee6" providerId="LiveId" clId="{20BEE3E8-298B-4104-ACBD-C12EAF6FC0F8}" dt="2025-06-05T22:34:10.795" v="603" actId="1076"/>
          <ac:spMkLst>
            <pc:docMk/>
            <pc:sldMk cId="904280054" sldId="3685"/>
            <ac:spMk id="13" creationId="{75D80178-7D2E-43EC-5D3D-E1B5FC63A670}"/>
          </ac:spMkLst>
        </pc:spChg>
        <pc:spChg chg="add mod">
          <ac:chgData name="Daniel Silva" userId="cdbbe3fa6620dee6" providerId="LiveId" clId="{20BEE3E8-298B-4104-ACBD-C12EAF6FC0F8}" dt="2025-06-05T22:34:17" v="612" actId="20577"/>
          <ac:spMkLst>
            <pc:docMk/>
            <pc:sldMk cId="904280054" sldId="3685"/>
            <ac:spMk id="14" creationId="{EE62F41A-002C-1594-1E38-3AEDF7BB62F8}"/>
          </ac:spMkLst>
        </pc:spChg>
        <pc:spChg chg="add mod">
          <ac:chgData name="Daniel Silva" userId="cdbbe3fa6620dee6" providerId="LiveId" clId="{20BEE3E8-298B-4104-ACBD-C12EAF6FC0F8}" dt="2025-06-05T22:36:06.322" v="810" actId="403"/>
          <ac:spMkLst>
            <pc:docMk/>
            <pc:sldMk cId="904280054" sldId="3685"/>
            <ac:spMk id="16" creationId="{B7B188DA-DA24-B7C1-7761-0A74B46E9D89}"/>
          </ac:spMkLst>
        </pc:spChg>
        <pc:spChg chg="add mod">
          <ac:chgData name="Daniel Silva" userId="cdbbe3fa6620dee6" providerId="LiveId" clId="{20BEE3E8-298B-4104-ACBD-C12EAF6FC0F8}" dt="2025-06-05T22:36:23.760" v="876" actId="20577"/>
          <ac:spMkLst>
            <pc:docMk/>
            <pc:sldMk cId="904280054" sldId="3685"/>
            <ac:spMk id="17" creationId="{6A6BF00C-4C8B-281A-7298-B6D161A7E4AA}"/>
          </ac:spMkLst>
        </pc:spChg>
        <pc:spChg chg="add mod">
          <ac:chgData name="Daniel Silva" userId="cdbbe3fa6620dee6" providerId="LiveId" clId="{20BEE3E8-298B-4104-ACBD-C12EAF6FC0F8}" dt="2025-06-05T22:36:57.130" v="984" actId="20577"/>
          <ac:spMkLst>
            <pc:docMk/>
            <pc:sldMk cId="904280054" sldId="3685"/>
            <ac:spMk id="18" creationId="{4E896D6A-84C7-75EC-DF38-627CBE0DB2F3}"/>
          </ac:spMkLst>
        </pc:spChg>
        <pc:grpChg chg="add del mod">
          <ac:chgData name="Daniel Silva" userId="cdbbe3fa6620dee6" providerId="LiveId" clId="{20BEE3E8-298B-4104-ACBD-C12EAF6FC0F8}" dt="2025-06-05T22:32:50.720" v="584" actId="165"/>
          <ac:grpSpMkLst>
            <pc:docMk/>
            <pc:sldMk cId="904280054" sldId="3685"/>
            <ac:grpSpMk id="6" creationId="{8AC41404-80C4-A619-1F72-3BC71DFFC14C}"/>
          </ac:grpSpMkLst>
        </pc:grpChg>
        <pc:grpChg chg="del mod">
          <ac:chgData name="Daniel Silva" userId="cdbbe3fa6620dee6" providerId="LiveId" clId="{20BEE3E8-298B-4104-ACBD-C12EAF6FC0F8}" dt="2025-06-05T22:06:27.720" v="17" actId="165"/>
          <ac:grpSpMkLst>
            <pc:docMk/>
            <pc:sldMk cId="904280054" sldId="3685"/>
            <ac:grpSpMk id="15" creationId="{B6E1B888-8563-533C-B184-424A8E18F8A2}"/>
          </ac:grpSpMkLst>
        </pc:grpChg>
      </pc:sldChg>
      <pc:sldChg chg="del">
        <pc:chgData name="Daniel Silva" userId="cdbbe3fa6620dee6" providerId="LiveId" clId="{20BEE3E8-298B-4104-ACBD-C12EAF6FC0F8}" dt="2025-06-05T21:56:20.820" v="1" actId="18676"/>
        <pc:sldMkLst>
          <pc:docMk/>
          <pc:sldMk cId="903348663" sldId="3686"/>
        </pc:sldMkLst>
      </pc:sldChg>
      <pc:sldChg chg="del">
        <pc:chgData name="Daniel Silva" userId="cdbbe3fa6620dee6" providerId="LiveId" clId="{20BEE3E8-298B-4104-ACBD-C12EAF6FC0F8}" dt="2025-06-05T21:56:20.820" v="1" actId="18676"/>
        <pc:sldMkLst>
          <pc:docMk/>
          <pc:sldMk cId="812675805" sldId="3687"/>
        </pc:sldMkLst>
      </pc:sldChg>
      <pc:sldChg chg="addSp delSp modSp mod">
        <pc:chgData name="Daniel Silva" userId="cdbbe3fa6620dee6" providerId="LiveId" clId="{20BEE3E8-298B-4104-ACBD-C12EAF6FC0F8}" dt="2025-06-05T23:38:03.296" v="2080" actId="20577"/>
        <pc:sldMkLst>
          <pc:docMk/>
          <pc:sldMk cId="754533029" sldId="3688"/>
        </pc:sldMkLst>
        <pc:spChg chg="mod">
          <ac:chgData name="Daniel Silva" userId="cdbbe3fa6620dee6" providerId="LiveId" clId="{20BEE3E8-298B-4104-ACBD-C12EAF6FC0F8}" dt="2025-06-05T23:38:03.296" v="2080" actId="20577"/>
          <ac:spMkLst>
            <pc:docMk/>
            <pc:sldMk cId="754533029" sldId="3688"/>
            <ac:spMk id="2" creationId="{D3689F74-675A-638F-C009-3E247A3D1947}"/>
          </ac:spMkLst>
        </pc:spChg>
        <pc:spChg chg="add mod">
          <ac:chgData name="Daniel Silva" userId="cdbbe3fa6620dee6" providerId="LiveId" clId="{20BEE3E8-298B-4104-ACBD-C12EAF6FC0F8}" dt="2025-06-05T22:53:46.764" v="1084" actId="1076"/>
          <ac:spMkLst>
            <pc:docMk/>
            <pc:sldMk cId="754533029" sldId="3688"/>
            <ac:spMk id="8" creationId="{C2E65753-4BE0-7752-D884-0905F7414BC6}"/>
          </ac:spMkLst>
        </pc:spChg>
        <pc:picChg chg="del">
          <ac:chgData name="Daniel Silva" userId="cdbbe3fa6620dee6" providerId="LiveId" clId="{20BEE3E8-298B-4104-ACBD-C12EAF6FC0F8}" dt="2025-06-05T22:51:58.642" v="1018" actId="478"/>
          <ac:picMkLst>
            <pc:docMk/>
            <pc:sldMk cId="754533029" sldId="3688"/>
            <ac:picMk id="5" creationId="{92F9BB89-C631-365C-54E4-E38AD82A275F}"/>
          </ac:picMkLst>
        </pc:picChg>
        <pc:picChg chg="del">
          <ac:chgData name="Daniel Silva" userId="cdbbe3fa6620dee6" providerId="LiveId" clId="{20BEE3E8-298B-4104-ACBD-C12EAF6FC0F8}" dt="2025-06-05T22:51:16.715" v="985" actId="478"/>
          <ac:picMkLst>
            <pc:docMk/>
            <pc:sldMk cId="754533029" sldId="3688"/>
            <ac:picMk id="6" creationId="{11FD3536-2C65-B9DF-94D0-0E02F49EBED2}"/>
          </ac:picMkLst>
        </pc:picChg>
        <pc:picChg chg="mod">
          <ac:chgData name="Daniel Silva" userId="cdbbe3fa6620dee6" providerId="LiveId" clId="{20BEE3E8-298B-4104-ACBD-C12EAF6FC0F8}" dt="2025-06-05T22:53:41.250" v="1083" actId="14100"/>
          <ac:picMkLst>
            <pc:docMk/>
            <pc:sldMk cId="754533029" sldId="3688"/>
            <ac:picMk id="7" creationId="{6689875C-9AB1-1873-C9E3-B0689BE80241}"/>
          </ac:picMkLst>
        </pc:picChg>
      </pc:sldChg>
      <pc:sldChg chg="addSp delSp modSp mod">
        <pc:chgData name="Daniel Silva" userId="cdbbe3fa6620dee6" providerId="LiveId" clId="{20BEE3E8-298B-4104-ACBD-C12EAF6FC0F8}" dt="2025-06-05T23:55:14.749" v="3592" actId="207"/>
        <pc:sldMkLst>
          <pc:docMk/>
          <pc:sldMk cId="3337208854" sldId="3689"/>
        </pc:sldMkLst>
        <pc:spChg chg="add mod">
          <ac:chgData name="Daniel Silva" userId="cdbbe3fa6620dee6" providerId="LiveId" clId="{20BEE3E8-298B-4104-ACBD-C12EAF6FC0F8}" dt="2025-06-05T23:54:14.985" v="3355" actId="1076"/>
          <ac:spMkLst>
            <pc:docMk/>
            <pc:sldMk cId="3337208854" sldId="3689"/>
            <ac:spMk id="5" creationId="{78D5AE69-D841-8ED2-992A-1E4877F89A01}"/>
          </ac:spMkLst>
        </pc:spChg>
        <pc:spChg chg="del">
          <ac:chgData name="Daniel Silva" userId="cdbbe3fa6620dee6" providerId="LiveId" clId="{20BEE3E8-298B-4104-ACBD-C12EAF6FC0F8}" dt="2025-06-05T23:51:33.609" v="2974" actId="478"/>
          <ac:spMkLst>
            <pc:docMk/>
            <pc:sldMk cId="3337208854" sldId="3689"/>
            <ac:spMk id="7" creationId="{D6C4C1EB-C228-E5D6-D601-0C10E822E23F}"/>
          </ac:spMkLst>
        </pc:spChg>
        <pc:spChg chg="add mod">
          <ac:chgData name="Daniel Silva" userId="cdbbe3fa6620dee6" providerId="LiveId" clId="{20BEE3E8-298B-4104-ACBD-C12EAF6FC0F8}" dt="2025-06-05T23:52:27.209" v="3026" actId="14100"/>
          <ac:spMkLst>
            <pc:docMk/>
            <pc:sldMk cId="3337208854" sldId="3689"/>
            <ac:spMk id="8" creationId="{A4387833-E990-BC4E-79D0-DA796F744C5A}"/>
          </ac:spMkLst>
        </pc:spChg>
        <pc:spChg chg="add mod">
          <ac:chgData name="Daniel Silva" userId="cdbbe3fa6620dee6" providerId="LiveId" clId="{20BEE3E8-298B-4104-ACBD-C12EAF6FC0F8}" dt="2025-06-05T23:55:14.749" v="3592" actId="207"/>
          <ac:spMkLst>
            <pc:docMk/>
            <pc:sldMk cId="3337208854" sldId="3689"/>
            <ac:spMk id="9" creationId="{6E144392-30CB-B950-B6A3-5F70A925A433}"/>
          </ac:spMkLst>
        </pc:spChg>
        <pc:picChg chg="mod">
          <ac:chgData name="Daniel Silva" userId="cdbbe3fa6620dee6" providerId="LiveId" clId="{20BEE3E8-298B-4104-ACBD-C12EAF6FC0F8}" dt="2025-06-05T23:51:38.389" v="2977" actId="1076"/>
          <ac:picMkLst>
            <pc:docMk/>
            <pc:sldMk cId="3337208854" sldId="3689"/>
            <ac:picMk id="6" creationId="{B9A85536-DB18-D8BB-DB63-AE12F37C9F72}"/>
          </ac:picMkLst>
        </pc:picChg>
      </pc:sldChg>
      <pc:sldChg chg="del">
        <pc:chgData name="Daniel Silva" userId="cdbbe3fa6620dee6" providerId="LiveId" clId="{20BEE3E8-298B-4104-ACBD-C12EAF6FC0F8}" dt="2025-06-05T21:56:25.415" v="2" actId="2696"/>
        <pc:sldMkLst>
          <pc:docMk/>
          <pc:sldMk cId="899891266" sldId="3690"/>
        </pc:sldMkLst>
      </pc:sldChg>
      <pc:sldChg chg="modSp mod ord">
        <pc:chgData name="Daniel Silva" userId="cdbbe3fa6620dee6" providerId="LiveId" clId="{20BEE3E8-298B-4104-ACBD-C12EAF6FC0F8}" dt="2025-06-06T00:00:39.689" v="4052" actId="20577"/>
        <pc:sldMkLst>
          <pc:docMk/>
          <pc:sldMk cId="2428745360" sldId="3691"/>
        </pc:sldMkLst>
        <pc:spChg chg="mod">
          <ac:chgData name="Daniel Silva" userId="cdbbe3fa6620dee6" providerId="LiveId" clId="{20BEE3E8-298B-4104-ACBD-C12EAF6FC0F8}" dt="2025-06-06T00:00:39.689" v="4052" actId="20577"/>
          <ac:spMkLst>
            <pc:docMk/>
            <pc:sldMk cId="2428745360" sldId="3691"/>
            <ac:spMk id="8" creationId="{6D49CB28-BC35-F443-A485-36DFA76DE033}"/>
          </ac:spMkLst>
        </pc:spChg>
      </pc:sldChg>
      <pc:sldChg chg="addSp delSp modSp add mod ord">
        <pc:chgData name="Daniel Silva" userId="cdbbe3fa6620dee6" providerId="LiveId" clId="{20BEE3E8-298B-4104-ACBD-C12EAF6FC0F8}" dt="2025-06-05T23:38:45.126" v="2085" actId="21"/>
        <pc:sldMkLst>
          <pc:docMk/>
          <pc:sldMk cId="3830165619" sldId="3693"/>
        </pc:sldMkLst>
        <pc:spChg chg="mod">
          <ac:chgData name="Daniel Silva" userId="cdbbe3fa6620dee6" providerId="LiveId" clId="{20BEE3E8-298B-4104-ACBD-C12EAF6FC0F8}" dt="2025-06-05T23:37:50.410" v="2060" actId="20577"/>
          <ac:spMkLst>
            <pc:docMk/>
            <pc:sldMk cId="3830165619" sldId="3693"/>
            <ac:spMk id="2" creationId="{87F13F50-A0C0-626F-4D4E-64E74900F2CA}"/>
          </ac:spMkLst>
        </pc:spChg>
        <pc:spChg chg="mod">
          <ac:chgData name="Daniel Silva" userId="cdbbe3fa6620dee6" providerId="LiveId" clId="{20BEE3E8-298B-4104-ACBD-C12EAF6FC0F8}" dt="2025-06-05T22:54:58.405" v="1162" actId="14100"/>
          <ac:spMkLst>
            <pc:docMk/>
            <pc:sldMk cId="3830165619" sldId="3693"/>
            <ac:spMk id="8" creationId="{037C58F7-9B64-82BA-2D16-E1D86D8648CA}"/>
          </ac:spMkLst>
        </pc:spChg>
        <pc:spChg chg="add del mod">
          <ac:chgData name="Daniel Silva" userId="cdbbe3fa6620dee6" providerId="LiveId" clId="{20BEE3E8-298B-4104-ACBD-C12EAF6FC0F8}" dt="2025-06-05T23:38:45.126" v="2085" actId="21"/>
          <ac:spMkLst>
            <pc:docMk/>
            <pc:sldMk cId="3830165619" sldId="3693"/>
            <ac:spMk id="11" creationId="{03DE7EC1-C886-309A-3741-5153AEA84426}"/>
          </ac:spMkLst>
        </pc:spChg>
        <pc:graphicFrameChg chg="add mod">
          <ac:chgData name="Daniel Silva" userId="cdbbe3fa6620dee6" providerId="LiveId" clId="{20BEE3E8-298B-4104-ACBD-C12EAF6FC0F8}" dt="2025-06-05T22:54:59.720" v="1163"/>
          <ac:graphicFrameMkLst>
            <pc:docMk/>
            <pc:sldMk cId="3830165619" sldId="3693"/>
            <ac:graphicFrameMk id="5" creationId="{9A0D7557-419D-CB2A-85D0-E3215683A8B5}"/>
          </ac:graphicFrameMkLst>
        </pc:graphicFrameChg>
        <pc:picChg chg="mod">
          <ac:chgData name="Daniel Silva" userId="cdbbe3fa6620dee6" providerId="LiveId" clId="{20BEE3E8-298B-4104-ACBD-C12EAF6FC0F8}" dt="2025-06-05T22:55:09.958" v="1169" actId="1036"/>
          <ac:picMkLst>
            <pc:docMk/>
            <pc:sldMk cId="3830165619" sldId="3693"/>
            <ac:picMk id="6" creationId="{AF136DB4-7B9D-8AFB-E966-39E1A42CFC7F}"/>
          </ac:picMkLst>
        </pc:picChg>
        <pc:picChg chg="del">
          <ac:chgData name="Daniel Silva" userId="cdbbe3fa6620dee6" providerId="LiveId" clId="{20BEE3E8-298B-4104-ACBD-C12EAF6FC0F8}" dt="2025-06-05T22:54:31.718" v="1086" actId="478"/>
          <ac:picMkLst>
            <pc:docMk/>
            <pc:sldMk cId="3830165619" sldId="3693"/>
            <ac:picMk id="7" creationId="{F560A32F-2BA2-3D58-2FBE-311724F05287}"/>
          </ac:picMkLst>
        </pc:picChg>
        <pc:picChg chg="add del mod">
          <ac:chgData name="Daniel Silva" userId="cdbbe3fa6620dee6" providerId="LiveId" clId="{20BEE3E8-298B-4104-ACBD-C12EAF6FC0F8}" dt="2025-06-05T23:38:45.126" v="2085" actId="21"/>
          <ac:picMkLst>
            <pc:docMk/>
            <pc:sldMk cId="3830165619" sldId="3693"/>
            <ac:picMk id="10" creationId="{C7A15F5B-D9C6-5367-42CB-CFCEBE4146CD}"/>
          </ac:picMkLst>
        </pc:picChg>
      </pc:sldChg>
      <pc:sldChg chg="del">
        <pc:chgData name="Daniel Silva" userId="cdbbe3fa6620dee6" providerId="LiveId" clId="{20BEE3E8-298B-4104-ACBD-C12EAF6FC0F8}" dt="2025-06-05T21:56:46.314" v="4" actId="18676"/>
        <pc:sldMkLst>
          <pc:docMk/>
          <pc:sldMk cId="3978267745" sldId="3693"/>
        </pc:sldMkLst>
      </pc:sldChg>
      <pc:sldChg chg="del">
        <pc:chgData name="Daniel Silva" userId="cdbbe3fa6620dee6" providerId="LiveId" clId="{20BEE3E8-298B-4104-ACBD-C12EAF6FC0F8}" dt="2025-06-05T21:57:00.923" v="6" actId="47"/>
        <pc:sldMkLst>
          <pc:docMk/>
          <pc:sldMk cId="1053376404" sldId="3694"/>
        </pc:sldMkLst>
      </pc:sldChg>
      <pc:sldChg chg="addSp delSp modSp add mod ord">
        <pc:chgData name="Daniel Silva" userId="cdbbe3fa6620dee6" providerId="LiveId" clId="{20BEE3E8-298B-4104-ACBD-C12EAF6FC0F8}" dt="2025-06-05T23:38:24.554" v="2084"/>
        <pc:sldMkLst>
          <pc:docMk/>
          <pc:sldMk cId="4017952299" sldId="3694"/>
        </pc:sldMkLst>
        <pc:spChg chg="mod">
          <ac:chgData name="Daniel Silva" userId="cdbbe3fa6620dee6" providerId="LiveId" clId="{20BEE3E8-298B-4104-ACBD-C12EAF6FC0F8}" dt="2025-06-05T23:38:10.959" v="2081" actId="20577"/>
          <ac:spMkLst>
            <pc:docMk/>
            <pc:sldMk cId="4017952299" sldId="3694"/>
            <ac:spMk id="2" creationId="{49833B6A-5802-26FA-09A8-B6B9080F53FD}"/>
          </ac:spMkLst>
        </pc:spChg>
        <pc:spChg chg="add mod">
          <ac:chgData name="Daniel Silva" userId="cdbbe3fa6620dee6" providerId="LiveId" clId="{20BEE3E8-298B-4104-ACBD-C12EAF6FC0F8}" dt="2025-06-05T23:00:06.730" v="1430" actId="1076"/>
          <ac:spMkLst>
            <pc:docMk/>
            <pc:sldMk cId="4017952299" sldId="3694"/>
            <ac:spMk id="6" creationId="{9AB1B373-E007-3D68-319D-D71EC1EC1109}"/>
          </ac:spMkLst>
        </pc:spChg>
        <pc:spChg chg="mod">
          <ac:chgData name="Daniel Silva" userId="cdbbe3fa6620dee6" providerId="LiveId" clId="{20BEE3E8-298B-4104-ACBD-C12EAF6FC0F8}" dt="2025-06-05T22:59:24.310" v="1373" actId="14100"/>
          <ac:spMkLst>
            <pc:docMk/>
            <pc:sldMk cId="4017952299" sldId="3694"/>
            <ac:spMk id="8" creationId="{990C8772-5999-54E6-1050-092DE679F320}"/>
          </ac:spMkLst>
        </pc:spChg>
        <pc:picChg chg="mod">
          <ac:chgData name="Daniel Silva" userId="cdbbe3fa6620dee6" providerId="LiveId" clId="{20BEE3E8-298B-4104-ACBD-C12EAF6FC0F8}" dt="2025-06-05T22:59:11.725" v="1354" actId="1076"/>
          <ac:picMkLst>
            <pc:docMk/>
            <pc:sldMk cId="4017952299" sldId="3694"/>
            <ac:picMk id="5" creationId="{CFA96091-0DB1-443F-A1BA-F88F5B55D30E}"/>
          </ac:picMkLst>
        </pc:picChg>
        <pc:picChg chg="del">
          <ac:chgData name="Daniel Silva" userId="cdbbe3fa6620dee6" providerId="LiveId" clId="{20BEE3E8-298B-4104-ACBD-C12EAF6FC0F8}" dt="2025-06-05T22:58:41.015" v="1312" actId="478"/>
          <ac:picMkLst>
            <pc:docMk/>
            <pc:sldMk cId="4017952299" sldId="3694"/>
            <ac:picMk id="7" creationId="{CB45C295-599E-E4D0-6641-0BFD0AABE92A}"/>
          </ac:picMkLst>
        </pc:picChg>
      </pc:sldChg>
      <pc:sldChg chg="modSp add del mod">
        <pc:chgData name="Daniel Silva" userId="cdbbe3fa6620dee6" providerId="LiveId" clId="{20BEE3E8-298B-4104-ACBD-C12EAF6FC0F8}" dt="2025-06-05T23:57:55.629" v="3813" actId="47"/>
        <pc:sldMkLst>
          <pc:docMk/>
          <pc:sldMk cId="293096690" sldId="3695"/>
        </pc:sldMkLst>
        <pc:spChg chg="mod">
          <ac:chgData name="Daniel Silva" userId="cdbbe3fa6620dee6" providerId="LiveId" clId="{20BEE3E8-298B-4104-ACBD-C12EAF6FC0F8}" dt="2025-06-05T23:37:25.963" v="2057" actId="1076"/>
          <ac:spMkLst>
            <pc:docMk/>
            <pc:sldMk cId="293096690" sldId="3695"/>
            <ac:spMk id="7" creationId="{C458B65E-EF15-5011-5B7C-00B85CAA0697}"/>
          </ac:spMkLst>
        </pc:spChg>
      </pc:sldChg>
      <pc:sldChg chg="modSp add del mod ord">
        <pc:chgData name="Daniel Silva" userId="cdbbe3fa6620dee6" providerId="LiveId" clId="{20BEE3E8-298B-4104-ACBD-C12EAF6FC0F8}" dt="2025-06-05T23:58:10.371" v="3824" actId="47"/>
        <pc:sldMkLst>
          <pc:docMk/>
          <pc:sldMk cId="331598314" sldId="3696"/>
        </pc:sldMkLst>
        <pc:spChg chg="mod">
          <ac:chgData name="Daniel Silva" userId="cdbbe3fa6620dee6" providerId="LiveId" clId="{20BEE3E8-298B-4104-ACBD-C12EAF6FC0F8}" dt="2025-06-05T23:46:12.869" v="2970" actId="1035"/>
          <ac:spMkLst>
            <pc:docMk/>
            <pc:sldMk cId="331598314" sldId="3696"/>
            <ac:spMk id="7" creationId="{171F8DBE-9FC7-28BD-2BFB-BAA3EF79D3D5}"/>
          </ac:spMkLst>
        </pc:spChg>
      </pc:sldChg>
      <pc:sldChg chg="modSp add mod">
        <pc:chgData name="Daniel Silva" userId="cdbbe3fa6620dee6" providerId="LiveId" clId="{20BEE3E8-298B-4104-ACBD-C12EAF6FC0F8}" dt="2025-06-05T23:57:53.129" v="3812" actId="1076"/>
        <pc:sldMkLst>
          <pc:docMk/>
          <pc:sldMk cId="410996548" sldId="3697"/>
        </pc:sldMkLst>
        <pc:spChg chg="mod">
          <ac:chgData name="Daniel Silva" userId="cdbbe3fa6620dee6" providerId="LiveId" clId="{20BEE3E8-298B-4104-ACBD-C12EAF6FC0F8}" dt="2025-06-05T23:57:53.129" v="3812" actId="1076"/>
          <ac:spMkLst>
            <pc:docMk/>
            <pc:sldMk cId="410996548" sldId="3697"/>
            <ac:spMk id="7" creationId="{E2E98698-5264-7FFE-165F-0C6804F65CB7}"/>
          </ac:spMkLst>
        </pc:spChg>
      </pc:sldChg>
      <pc:sldChg chg="modSp add mod">
        <pc:chgData name="Daniel Silva" userId="cdbbe3fa6620dee6" providerId="LiveId" clId="{20BEE3E8-298B-4104-ACBD-C12EAF6FC0F8}" dt="2025-06-05T23:58:07.376" v="3823" actId="1036"/>
        <pc:sldMkLst>
          <pc:docMk/>
          <pc:sldMk cId="4037771246" sldId="3698"/>
        </pc:sldMkLst>
        <pc:spChg chg="mod">
          <ac:chgData name="Daniel Silva" userId="cdbbe3fa6620dee6" providerId="LiveId" clId="{20BEE3E8-298B-4104-ACBD-C12EAF6FC0F8}" dt="2025-06-05T23:58:07.376" v="3823" actId="1036"/>
          <ac:spMkLst>
            <pc:docMk/>
            <pc:sldMk cId="4037771246" sldId="3698"/>
            <ac:spMk id="7" creationId="{A0440410-031B-41BE-EB0D-7E3DA66FCB4C}"/>
          </ac:spMkLst>
        </pc:spChg>
      </pc:sldChg>
      <pc:sldChg chg="modSp add mod">
        <pc:chgData name="Daniel Silva" userId="cdbbe3fa6620dee6" providerId="LiveId" clId="{20BEE3E8-298B-4104-ACBD-C12EAF6FC0F8}" dt="2025-06-05T23:58:22.989" v="3826" actId="1076"/>
        <pc:sldMkLst>
          <pc:docMk/>
          <pc:sldMk cId="3983472816" sldId="3699"/>
        </pc:sldMkLst>
        <pc:spChg chg="mod">
          <ac:chgData name="Daniel Silva" userId="cdbbe3fa6620dee6" providerId="LiveId" clId="{20BEE3E8-298B-4104-ACBD-C12EAF6FC0F8}" dt="2025-06-05T23:58:22.989" v="3826" actId="1076"/>
          <ac:spMkLst>
            <pc:docMk/>
            <pc:sldMk cId="3983472816" sldId="3699"/>
            <ac:spMk id="7" creationId="{B072DE40-F73F-BFD5-CFE3-8138D6F2985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0A0D5-8F98-4CC1-A28E-021F0B6B475C}" type="datetimeFigureOut">
              <a:rPr lang="en-US" smtClean="0"/>
              <a:t>6/5/2025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C52C-5E29-41AF-BAA3-8217E886DA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61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D299725-EC04-444B-A7CC-E6FB506C7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n-US" dirty="0"/>
              <a:t>LeOn Violeta</a:t>
            </a:r>
          </a:p>
        </p:txBody>
      </p:sp>
    </p:spTree>
    <p:extLst>
      <p:ext uri="{BB962C8B-B14F-4D97-AF65-F5344CB8AC3E}">
        <p14:creationId xmlns:p14="http://schemas.microsoft.com/office/powerpoint/2010/main" val="3401820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n-US" dirty="0"/>
              <a:t>LeOn Violeta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0458" y="6459784"/>
            <a:ext cx="1312025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BC64059-E5C1-4322-8B57-8C639F37C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50228"/>
            <a:ext cx="10953750" cy="653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95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5950" y="350228"/>
            <a:ext cx="10953750" cy="6530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</a:t>
            </a:r>
            <a:r>
              <a:rPr lang="en-US"/>
              <a:t>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5950" y="1845734"/>
            <a:ext cx="1095375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LeOn Violeta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 flipV="1">
            <a:off x="615950" y="1047691"/>
            <a:ext cx="10953750" cy="7832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272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finance.yahoo.com/portfolio/p_3/view/v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León macho descansa en su cueva">
            <a:extLst>
              <a:ext uri="{FF2B5EF4-FFF2-40B4-BE49-F238E27FC236}">
                <a16:creationId xmlns:a16="http://schemas.microsoft.com/office/drawing/2014/main" id="{5A2A77B0-A3D9-33FC-3665-481C000FCE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8150" b="758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E5CD8D-E704-46A1-BC3E-9A644A9FFD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US" dirty="0"/>
              <a:t>Inversiones</a:t>
            </a:r>
            <a:br>
              <a:rPr lang="es-US" dirty="0"/>
            </a:br>
            <a:r>
              <a:rPr lang="es-US" dirty="0"/>
              <a:t>Leon Violeta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9A740-48C5-4AE5-879B-F567D3D7AC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Resumen Proyecto Reporting ILV</a:t>
            </a:r>
          </a:p>
          <a:p>
            <a:r>
              <a:rPr lang="es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Junio 5, 2025</a:t>
            </a:r>
          </a:p>
        </p:txBody>
      </p:sp>
    </p:spTree>
    <p:extLst>
      <p:ext uri="{BB962C8B-B14F-4D97-AF65-F5344CB8AC3E}">
        <p14:creationId xmlns:p14="http://schemas.microsoft.com/office/powerpoint/2010/main" val="375466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FAE84A-EEFA-BD6A-3C57-D7657206B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LeOn Violeta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B06D4-F26E-B3BF-A4C0-E242F56A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228B57-A8A8-730A-4258-E7CA2A098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Esquema Reportaje ILV</a:t>
            </a:r>
            <a:endParaRPr lang="es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E85C3D-3507-EAB2-D9FC-2126B5F47D30}"/>
              </a:ext>
            </a:extLst>
          </p:cNvPr>
          <p:cNvSpPr/>
          <p:nvPr/>
        </p:nvSpPr>
        <p:spPr>
          <a:xfrm>
            <a:off x="1847634" y="1224260"/>
            <a:ext cx="3140266" cy="5530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Portafolio existente</a:t>
            </a:r>
            <a:endParaRPr lang="es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654B7B-6CCF-EE8F-AF99-A17F9FC78DE8}"/>
              </a:ext>
            </a:extLst>
          </p:cNvPr>
          <p:cNvSpPr/>
          <p:nvPr/>
        </p:nvSpPr>
        <p:spPr>
          <a:xfrm>
            <a:off x="5130208" y="1224260"/>
            <a:ext cx="3288862" cy="55308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Avance de Plan de Trabajo y Reporte Actividades</a:t>
            </a:r>
            <a:endParaRPr lang="es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F6D9FB-06AE-A769-7990-3B509D620EE8}"/>
              </a:ext>
            </a:extLst>
          </p:cNvPr>
          <p:cNvSpPr/>
          <p:nvPr/>
        </p:nvSpPr>
        <p:spPr>
          <a:xfrm>
            <a:off x="8594330" y="1224260"/>
            <a:ext cx="3177540" cy="5530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Presupuesto operativo</a:t>
            </a:r>
            <a:endParaRPr lang="es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0C015E-4826-37B1-1B7B-197C4CE93936}"/>
              </a:ext>
            </a:extLst>
          </p:cNvPr>
          <p:cNvSpPr/>
          <p:nvPr/>
        </p:nvSpPr>
        <p:spPr>
          <a:xfrm>
            <a:off x="1847634" y="2742394"/>
            <a:ext cx="3140266" cy="35101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Tablero de reporte de inversiones en mercados privados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Tablero de reporte de inversiones en mercados públicos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Saldos de efectivo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Eventos y novedades relevantes del portafolio de inversiones (privadas y públicas)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Soportes: estados bancarios, estados financieros mensuales o trimestrales</a:t>
            </a:r>
            <a:endParaRPr lang="es-US" sz="16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CE2169-AE9F-F7E7-1307-8344B50BDE5F}"/>
              </a:ext>
            </a:extLst>
          </p:cNvPr>
          <p:cNvSpPr/>
          <p:nvPr/>
        </p:nvSpPr>
        <p:spPr>
          <a:xfrm>
            <a:off x="5130208" y="2742393"/>
            <a:ext cx="3288862" cy="35101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Gantt de proyectos, iniciativas, objetivos del año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Comparación vs. avance mensual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Pipeline de inversiones relevante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Avances en análisis y cierre de nuevas inversiones</a:t>
            </a:r>
            <a:endParaRPr lang="es-US" sz="16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89F757-2344-8913-00A3-5BF8227EF37B}"/>
              </a:ext>
            </a:extLst>
          </p:cNvPr>
          <p:cNvSpPr/>
          <p:nvPr/>
        </p:nvSpPr>
        <p:spPr>
          <a:xfrm>
            <a:off x="8594330" y="2742394"/>
            <a:ext cx="3177540" cy="35101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Presupuesto operativo del año (gastos de operación de ILV)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Comparación vs. ejecución y cumplimiento presupuesto operativo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E10739-A15E-5F15-4C06-1D68F579EF4C}"/>
              </a:ext>
            </a:extLst>
          </p:cNvPr>
          <p:cNvSpPr txBox="1"/>
          <p:nvPr/>
        </p:nvSpPr>
        <p:spPr>
          <a:xfrm>
            <a:off x="505710" y="1242878"/>
            <a:ext cx="1183140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US" sz="1400" b="1" dirty="0"/>
              <a:t>Componente / módulo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D80178-7D2E-43EC-5D3D-E1B5FC63A670}"/>
              </a:ext>
            </a:extLst>
          </p:cNvPr>
          <p:cNvSpPr txBox="1"/>
          <p:nvPr/>
        </p:nvSpPr>
        <p:spPr>
          <a:xfrm>
            <a:off x="505710" y="2742394"/>
            <a:ext cx="1183140" cy="3510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s-US" sz="1400" b="1" dirty="0"/>
              <a:t>Elementos principales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2F41A-002C-1594-1E38-3AEDF7BB62F8}"/>
              </a:ext>
            </a:extLst>
          </p:cNvPr>
          <p:cNvSpPr txBox="1"/>
          <p:nvPr/>
        </p:nvSpPr>
        <p:spPr>
          <a:xfrm>
            <a:off x="505710" y="1827445"/>
            <a:ext cx="1183140" cy="8113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r>
              <a:rPr lang="es-US" sz="1400" b="1" dirty="0"/>
              <a:t>Objetivo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B188DA-DA24-B7C1-7761-0A74B46E9D89}"/>
              </a:ext>
            </a:extLst>
          </p:cNvPr>
          <p:cNvSpPr/>
          <p:nvPr/>
        </p:nvSpPr>
        <p:spPr>
          <a:xfrm>
            <a:off x="1847634" y="1827446"/>
            <a:ext cx="3140266" cy="811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Presentar desempeño de las inversiones realizadas (inversión realizada, pagada, pendiente por pagar, ganancias, pérdidas, saldo actual, comentarios=</a:t>
            </a:r>
            <a:endParaRPr lang="es-US" sz="12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6BF00C-4C8B-281A-7298-B6D161A7E4AA}"/>
              </a:ext>
            </a:extLst>
          </p:cNvPr>
          <p:cNvSpPr/>
          <p:nvPr/>
        </p:nvSpPr>
        <p:spPr>
          <a:xfrm>
            <a:off x="5130208" y="1827445"/>
            <a:ext cx="3288862" cy="811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Presentar avance de iniciativas y objetivos trazados para el año</a:t>
            </a:r>
            <a:endParaRPr lang="es-US" sz="16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E896D6A-84C7-75EC-DF38-627CBE0DB2F3}"/>
              </a:ext>
            </a:extLst>
          </p:cNvPr>
          <p:cNvSpPr/>
          <p:nvPr/>
        </p:nvSpPr>
        <p:spPr>
          <a:xfrm>
            <a:off x="8594330" y="1827446"/>
            <a:ext cx="3177540" cy="8113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/>
                </a:solidFill>
              </a:rPr>
              <a:t>Presentar ejecución de ingresos y gastos operativos de ILV</a:t>
            </a:r>
          </a:p>
        </p:txBody>
      </p:sp>
    </p:spTree>
    <p:extLst>
      <p:ext uri="{BB962C8B-B14F-4D97-AF65-F5344CB8AC3E}">
        <p14:creationId xmlns:p14="http://schemas.microsoft.com/office/powerpoint/2010/main" val="904280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09BE-F69B-4EA0-8C65-64E1C0F4F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Contenido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EAC71B7-8D7E-49E0-AE8F-D24CDA0E33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7096143"/>
              </p:ext>
            </p:extLst>
          </p:nvPr>
        </p:nvGraphicFramePr>
        <p:xfrm>
          <a:off x="1096963" y="1954523"/>
          <a:ext cx="10058400" cy="148336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1474286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1. Módulo de Portafolio Existente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41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2. Módulo de Plan de Trabajo y Actividades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28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3. Módulo de Presupuesto Operativo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2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noProof="0" dirty="0"/>
                        <a:t>4. Pasos a seguir e ideas adicionales</a:t>
                      </a:r>
                      <a:endParaRPr lang="es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8185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75423F-63EA-4E3F-8458-70A989175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C2CDC-859E-456B-9ED2-97D169BAA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LeOn Violeta – weekly update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23FF25-6F20-4ADA-8715-6885DE7B08A3}"/>
              </a:ext>
            </a:extLst>
          </p:cNvPr>
          <p:cNvSpPr/>
          <p:nvPr/>
        </p:nvSpPr>
        <p:spPr>
          <a:xfrm>
            <a:off x="1096963" y="1900730"/>
            <a:ext cx="10058400" cy="425450"/>
          </a:xfrm>
          <a:prstGeom prst="rect">
            <a:avLst/>
          </a:prstGeom>
          <a:solidFill>
            <a:srgbClr val="E4831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29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8EC2-B91F-DB16-DF8B-66455DA0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3F50-A0C0-626F-4D4E-64E74900F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94678"/>
            <a:ext cx="10953750" cy="653013"/>
          </a:xfrm>
        </p:spPr>
        <p:txBody>
          <a:bodyPr>
            <a:normAutofit/>
          </a:bodyPr>
          <a:lstStyle/>
          <a:p>
            <a:r>
              <a:rPr lang="es-CO" dirty="0"/>
              <a:t>Resumen de mercados privados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906EF5-7523-D242-0C4C-615B3AAD7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87BDD659-04DB-19BC-8BF7-0736D5CD8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s-US" dirty="0"/>
              <a:t>INVERSIONES Leon Violeta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C58F7-9B64-82BA-2D16-E1D86D8648CA}"/>
              </a:ext>
            </a:extLst>
          </p:cNvPr>
          <p:cNvSpPr txBox="1"/>
          <p:nvPr/>
        </p:nvSpPr>
        <p:spPr>
          <a:xfrm>
            <a:off x="527221" y="5838148"/>
            <a:ext cx="7166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Fuente: “</a:t>
            </a:r>
            <a:r>
              <a:rPr lang="nn-NO" dirty="0"/>
              <a:t>ILV Portfolio Summary v2 25.06.05 – tab Allocation Summary</a:t>
            </a:r>
            <a:r>
              <a:rPr lang="es-US" dirty="0"/>
              <a:t>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136DB4-7B9D-8AFB-E966-39E1A42CF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75" y="1152801"/>
            <a:ext cx="5295709" cy="464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165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C4738-D332-145B-476E-63E81BC5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89F74-675A-638F-C009-3E247A3D1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94678"/>
            <a:ext cx="10953750" cy="653013"/>
          </a:xfrm>
        </p:spPr>
        <p:txBody>
          <a:bodyPr>
            <a:normAutofit/>
          </a:bodyPr>
          <a:lstStyle/>
          <a:p>
            <a:r>
              <a:rPr lang="es-CO" dirty="0"/>
              <a:t>Detalle de activos mercados privados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83CAA-E3B7-B50F-F1A9-6845A408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5715C0B0-F9F1-7A5E-6B23-A03C04F6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s-US" dirty="0"/>
              <a:t>INVERSIONES Leon Violeta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89875C-9AB1-1873-C9E3-B0689BE80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1" y="1219199"/>
            <a:ext cx="9284508" cy="44474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E65753-4BE0-7752-D884-0905F7414BC6}"/>
              </a:ext>
            </a:extLst>
          </p:cNvPr>
          <p:cNvSpPr txBox="1"/>
          <p:nvPr/>
        </p:nvSpPr>
        <p:spPr>
          <a:xfrm>
            <a:off x="527222" y="5838148"/>
            <a:ext cx="6590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Fuente: “</a:t>
            </a:r>
            <a:r>
              <a:rPr lang="nn-NO" dirty="0"/>
              <a:t>ILV Portfolio Summary v2 25.06.05 – tab Detail</a:t>
            </a:r>
            <a:r>
              <a:rPr lang="es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4533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5ADC-556A-9C46-5CAB-72F4FF36B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886AE-A505-6C9D-39D5-A7AF9F3DF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94678"/>
            <a:ext cx="10953750" cy="653013"/>
          </a:xfrm>
        </p:spPr>
        <p:txBody>
          <a:bodyPr>
            <a:normAutofit/>
          </a:bodyPr>
          <a:lstStyle/>
          <a:p>
            <a:r>
              <a:rPr lang="es-CO" dirty="0"/>
              <a:t>Tablero reporte activos mercados públicos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D7AD09-DF8B-7EE6-E1B0-DC0B4A3C5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D3BCDA7E-75C3-C5C1-E988-004D8CCD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s-US" dirty="0"/>
              <a:t>INVERSIONES Leon Violeta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F388B-10DC-8A91-E1D7-CA621479D8B9}"/>
              </a:ext>
            </a:extLst>
          </p:cNvPr>
          <p:cNvSpPr txBox="1"/>
          <p:nvPr/>
        </p:nvSpPr>
        <p:spPr>
          <a:xfrm>
            <a:off x="527221" y="5714578"/>
            <a:ext cx="108409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600" dirty="0"/>
              <a:t>Fuente: </a:t>
            </a:r>
            <a:r>
              <a:rPr lang="es-ES" sz="1600" dirty="0"/>
              <a:t>Tablero del portafolio de acciones y mercados públicos de ILV construido en Yahoo Finance</a:t>
            </a:r>
            <a:br>
              <a:rPr lang="es-ES" sz="1600" dirty="0"/>
            </a:br>
            <a:r>
              <a:rPr lang="es-ES" sz="1600" dirty="0">
                <a:hlinkClick r:id="rId2"/>
              </a:rPr>
              <a:t>https://finance.yahoo.com/portfolio/p_3/view/v2</a:t>
            </a:r>
            <a:r>
              <a:rPr lang="es-ES" sz="1600" dirty="0"/>
              <a:t> </a:t>
            </a:r>
            <a:endParaRPr lang="es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F5A714-4ADF-E5F9-8E7E-E86F9FEA38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66"/>
          <a:stretch>
            <a:fillRect/>
          </a:stretch>
        </p:blipFill>
        <p:spPr>
          <a:xfrm>
            <a:off x="220533" y="1184322"/>
            <a:ext cx="7778407" cy="44893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ABF4B2-4E83-66E6-25E6-7AA835A44FEE}"/>
              </a:ext>
            </a:extLst>
          </p:cNvPr>
          <p:cNvSpPr/>
          <p:nvPr/>
        </p:nvSpPr>
        <p:spPr>
          <a:xfrm>
            <a:off x="8614891" y="1234356"/>
            <a:ext cx="3120213" cy="89786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/>
              <a:t>En una versión posterior: ideal que la plataforma permita mostrar detalles de cada activo, ej.:</a:t>
            </a:r>
            <a:endParaRPr lang="es-US" sz="1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E9E31F-082C-FA6C-F29B-1F09F14F6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0794" y="2810947"/>
            <a:ext cx="3141301" cy="188227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DA0D655-A8FD-AAD8-E6D4-C1E575DBE461}"/>
              </a:ext>
            </a:extLst>
          </p:cNvPr>
          <p:cNvSpPr/>
          <p:nvPr/>
        </p:nvSpPr>
        <p:spPr>
          <a:xfrm>
            <a:off x="220533" y="3603556"/>
            <a:ext cx="7844310" cy="20232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BB425C-E831-01AF-40B3-24B536DA2B0D}"/>
              </a:ext>
            </a:extLst>
          </p:cNvPr>
          <p:cNvCxnSpPr>
            <a:stCxn id="12" idx="3"/>
          </p:cNvCxnSpPr>
          <p:nvPr/>
        </p:nvCxnSpPr>
        <p:spPr>
          <a:xfrm>
            <a:off x="8064843" y="3704719"/>
            <a:ext cx="550048" cy="230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0688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BD32C-15DE-B13C-8A2D-D689AC23D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33B6A-5802-26FA-09A8-B6B9080F5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94678"/>
            <a:ext cx="10953750" cy="653013"/>
          </a:xfrm>
        </p:spPr>
        <p:txBody>
          <a:bodyPr>
            <a:normAutofit/>
          </a:bodyPr>
          <a:lstStyle/>
          <a:p>
            <a:r>
              <a:rPr lang="es-CO" dirty="0"/>
              <a:t>Fuentes y usos previstos de capital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4266BA-1136-73C2-F78E-F36E12E6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04833243-CB06-7A0A-5FD8-F84B58F2D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s-US" dirty="0"/>
              <a:t>INVERSIONES Leon Violeta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0C8772-5999-54E6-1050-092DE679F320}"/>
              </a:ext>
            </a:extLst>
          </p:cNvPr>
          <p:cNvSpPr txBox="1"/>
          <p:nvPr/>
        </p:nvSpPr>
        <p:spPr>
          <a:xfrm>
            <a:off x="527221" y="5838148"/>
            <a:ext cx="7133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Fuente: “</a:t>
            </a:r>
            <a:r>
              <a:rPr lang="nn-NO" dirty="0"/>
              <a:t>ILV Portfolio Summary v2 25.06.05 – tab Allocation Summary</a:t>
            </a:r>
            <a:r>
              <a:rPr lang="es-US" dirty="0"/>
              <a:t>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A96091-0DB1-443F-A1BA-F88F5B55D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1219464"/>
            <a:ext cx="5759950" cy="44190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B1B373-E007-3D68-319D-D71EC1EC1109}"/>
              </a:ext>
            </a:extLst>
          </p:cNvPr>
          <p:cNvSpPr/>
          <p:nvPr/>
        </p:nvSpPr>
        <p:spPr>
          <a:xfrm>
            <a:off x="8397879" y="1709078"/>
            <a:ext cx="2344262" cy="144601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/>
              <a:t>Nota:</a:t>
            </a:r>
            <a:br>
              <a:rPr lang="es-ES" sz="1200" b="1" dirty="0"/>
            </a:br>
            <a:r>
              <a:rPr lang="es-ES" sz="1200" b="1" dirty="0"/>
              <a:t>Formatos e información exacta a presentar WIP</a:t>
            </a:r>
            <a:endParaRPr lang="es-US" sz="1200" b="1" dirty="0"/>
          </a:p>
        </p:txBody>
      </p:sp>
    </p:spTree>
    <p:extLst>
      <p:ext uri="{BB962C8B-B14F-4D97-AF65-F5344CB8AC3E}">
        <p14:creationId xmlns:p14="http://schemas.microsoft.com/office/powerpoint/2010/main" val="401795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F9E9-9E8E-A99A-B0DC-D68310F28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B312-60A3-29C3-F3E3-05C3F7E1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94678"/>
            <a:ext cx="10953750" cy="653013"/>
          </a:xfrm>
        </p:spPr>
        <p:txBody>
          <a:bodyPr>
            <a:normAutofit/>
          </a:bodyPr>
          <a:lstStyle/>
          <a:p>
            <a:r>
              <a:rPr lang="es-CO" dirty="0"/>
              <a:t>Resumen global de portafolio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1EBFBA-831E-74A7-4371-9F498C94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447C83EE-8CE8-90E9-4D51-6DD04D6C0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s-US" dirty="0"/>
              <a:t>INVERSIONES Leon Violeta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BB1E3D-7909-5665-2F64-E356BC4B0EED}"/>
              </a:ext>
            </a:extLst>
          </p:cNvPr>
          <p:cNvSpPr/>
          <p:nvPr/>
        </p:nvSpPr>
        <p:spPr>
          <a:xfrm>
            <a:off x="624375" y="1527847"/>
            <a:ext cx="4956301" cy="39988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/>
              <a:t>Nota:</a:t>
            </a:r>
            <a:br>
              <a:rPr lang="es-ES" sz="1200" b="1" dirty="0"/>
            </a:br>
            <a:r>
              <a:rPr lang="es-ES" sz="1200" b="1" dirty="0"/>
              <a:t>Deberíamos tener un resumen que agregue los activos de mercados privados y mercados públicos</a:t>
            </a:r>
            <a:endParaRPr lang="es-US" sz="12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7A15F5B-D9C6-5367-42CB-CFCEBE414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325" y="2601973"/>
            <a:ext cx="4956300" cy="24256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DE7EC1-C886-309A-3741-5153AEA84426}"/>
              </a:ext>
            </a:extLst>
          </p:cNvPr>
          <p:cNvSpPr/>
          <p:nvPr/>
        </p:nvSpPr>
        <p:spPr>
          <a:xfrm>
            <a:off x="6659695" y="1527847"/>
            <a:ext cx="4956300" cy="51074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/>
              <a:t>Evolución de la estrategia y gráficas de composición Portafolio Actual </a:t>
            </a:r>
            <a:br>
              <a:rPr lang="es-ES" sz="1200" b="1" dirty="0"/>
            </a:br>
            <a:r>
              <a:rPr lang="es-ES" sz="1200" b="1" dirty="0"/>
              <a:t>vs. Portafolio Objetivo</a:t>
            </a:r>
            <a:endParaRPr lang="es-US" sz="1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C686C-737A-A37E-C4E1-6216EFF69E10}"/>
              </a:ext>
            </a:extLst>
          </p:cNvPr>
          <p:cNvSpPr txBox="1"/>
          <p:nvPr/>
        </p:nvSpPr>
        <p:spPr>
          <a:xfrm>
            <a:off x="624375" y="5808598"/>
            <a:ext cx="4956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Fuente: </a:t>
            </a:r>
            <a:r>
              <a:rPr lang="es-ES" dirty="0"/>
              <a:t>Por construir</a:t>
            </a:r>
            <a:endParaRPr lang="es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56B41-8F51-9031-52EC-8B7DC9CFDBEF}"/>
              </a:ext>
            </a:extLst>
          </p:cNvPr>
          <p:cNvSpPr txBox="1"/>
          <p:nvPr/>
        </p:nvSpPr>
        <p:spPr>
          <a:xfrm>
            <a:off x="6769803" y="5281374"/>
            <a:ext cx="4956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Fuente: versión beta en “</a:t>
            </a:r>
            <a:r>
              <a:rPr lang="nn-NO" dirty="0"/>
              <a:t>ILV Portfolio Summary v2 25.06.05 – tab Allocation Summary</a:t>
            </a:r>
            <a:r>
              <a:rPr lang="es-US" dirty="0"/>
              <a:t>”. Por construir versión más completa</a:t>
            </a:r>
          </a:p>
        </p:txBody>
      </p:sp>
    </p:spTree>
    <p:extLst>
      <p:ext uri="{BB962C8B-B14F-4D97-AF65-F5344CB8AC3E}">
        <p14:creationId xmlns:p14="http://schemas.microsoft.com/office/powerpoint/2010/main" val="258422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4A775-DFD0-CAA2-086E-1169C3054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5065D-21FD-A8B6-B23B-875592EB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Contenido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0B3666B-DDA0-9F93-F0C4-72FEB8F1B08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954523"/>
          <a:ext cx="10058400" cy="148336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1474286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1. Módulo de Portafolio Existente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41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2. Módulo de Plan de Trabajo y Actividades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28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3. Módulo de Presupuesto Operativo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2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noProof="0" dirty="0"/>
                        <a:t>4. Pasos a seguir e ideas adicionales</a:t>
                      </a:r>
                      <a:endParaRPr lang="es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8185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54C0FC-0D7F-DAAA-17B7-93342A606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EC257E-81BC-E4A8-462C-DDB085E30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LeOn Violeta – weekly update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E98698-5264-7FFE-165F-0C6804F65CB7}"/>
              </a:ext>
            </a:extLst>
          </p:cNvPr>
          <p:cNvSpPr/>
          <p:nvPr/>
        </p:nvSpPr>
        <p:spPr>
          <a:xfrm>
            <a:off x="1096963" y="2270753"/>
            <a:ext cx="10058400" cy="425450"/>
          </a:xfrm>
          <a:prstGeom prst="rect">
            <a:avLst/>
          </a:prstGeom>
          <a:solidFill>
            <a:srgbClr val="E4831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6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C6055-BEEF-C152-2089-A32BC180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98B4A-AE4E-F0B2-B192-69CB79BD9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94678"/>
            <a:ext cx="10953750" cy="653013"/>
          </a:xfrm>
        </p:spPr>
        <p:txBody>
          <a:bodyPr>
            <a:normAutofit/>
          </a:bodyPr>
          <a:lstStyle/>
          <a:p>
            <a:r>
              <a:rPr lang="es-CO" dirty="0"/>
              <a:t>Plan de trabajo acordado del año vs</a:t>
            </a:r>
            <a:r>
              <a:rPr lang="es-CO"/>
              <a:t>. </a:t>
            </a:r>
            <a:r>
              <a:rPr lang="es-CO" dirty="0"/>
              <a:t>Avances (ilustrativo)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59575E-64D9-00B9-46B8-5B6156BD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4A112A26-C856-DD80-14C4-996F8E5C9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s-US" dirty="0"/>
              <a:t>INVERSIONES Leon Violeta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38FEF-9BD1-3D8C-14CC-4AC15D708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021" y="4398503"/>
            <a:ext cx="3145248" cy="193854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C19D5C7-3E0C-F8D9-4D04-3FEAE728B3F6}"/>
              </a:ext>
            </a:extLst>
          </p:cNvPr>
          <p:cNvSpPr/>
          <p:nvPr/>
        </p:nvSpPr>
        <p:spPr>
          <a:xfrm>
            <a:off x="6466162" y="4398503"/>
            <a:ext cx="5503415" cy="173033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200" dirty="0"/>
              <a:t>La idea de este módulo es visibilizar el plan de trabajo acordado al inicio del año vs. Los avances logrados mes a mes, visibilizar las actividades y logros relevantes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200" dirty="0"/>
              <a:t>En el momento no tenemos esto formal ni sistematizado en ninguna plataforma.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200" dirty="0"/>
              <a:t>Ideas de plataformas a explorar/usar: </a:t>
            </a:r>
            <a:r>
              <a:rPr lang="es-US" sz="1200" dirty="0" err="1"/>
              <a:t>Notion</a:t>
            </a:r>
            <a:r>
              <a:rPr lang="es-US" sz="1200" dirty="0"/>
              <a:t> (Carlos la ha usado antes), Monday.com, Trello, Airtable?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200" dirty="0"/>
              <a:t>Mi hipótesis es mostrar un Gantt (cronograma) con las diferentes iniciativas y logros planteados al inicio del año, y otro Gantt con las iniciativas y logros que se van alcanzando mes a mes o trimestre a trimestre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B26DCC-F5F3-2358-E170-F439B642B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163" y="1245605"/>
            <a:ext cx="5109887" cy="22458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6F932E-E7C4-623B-1CDE-38F3AC09E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99" y="1244234"/>
            <a:ext cx="5789069" cy="313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06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00483-E4FA-2E84-2325-6F8205F0C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0D2C5-14A5-40FA-0BCF-7AF34C1C8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Contenido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975092-2B86-1620-582D-D9E28F497D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954523"/>
          <a:ext cx="10058400" cy="148336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1474286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1. Módulo de Portafolio Existente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41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2. Módulo de Plan de Trabajo y Actividades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28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3. Módulo de Presupuesto Operativo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2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noProof="0" dirty="0"/>
                        <a:t>4. Pasos a seguir e ideas adicionales</a:t>
                      </a:r>
                      <a:endParaRPr lang="es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8185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6332F1-2A0F-BC8F-F580-48896A43B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B8C20B-1C5E-575E-2A40-044DC7768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LeOn Violeta – weekly update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440410-031B-41BE-EB0D-7E3DA66FCB4C}"/>
              </a:ext>
            </a:extLst>
          </p:cNvPr>
          <p:cNvSpPr/>
          <p:nvPr/>
        </p:nvSpPr>
        <p:spPr>
          <a:xfrm>
            <a:off x="1096963" y="2633218"/>
            <a:ext cx="10058400" cy="425450"/>
          </a:xfrm>
          <a:prstGeom prst="rect">
            <a:avLst/>
          </a:prstGeom>
          <a:solidFill>
            <a:srgbClr val="E4831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71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DE1B4-F3B1-4C18-5730-DD1B0F9A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D18FF-5013-AB23-5455-AE53EC21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94678"/>
            <a:ext cx="10953750" cy="653013"/>
          </a:xfrm>
        </p:spPr>
        <p:txBody>
          <a:bodyPr>
            <a:normAutofit/>
          </a:bodyPr>
          <a:lstStyle/>
          <a:p>
            <a:r>
              <a:rPr lang="es-CO" dirty="0"/>
              <a:t>Reporte cumplimiento presupuesto operativo (por actualizar)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1BF55B-301D-34FF-A1C5-12A7CC0D9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BBCA0B61-B46B-F562-355A-7199B014B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s-US" dirty="0"/>
              <a:t>INVERSIONES Leon Violeta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A85536-DB18-D8BB-DB63-AE12F37C9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92" y="1167538"/>
            <a:ext cx="8495610" cy="47216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8D5AE69-D841-8ED2-992A-1E4877F89A01}"/>
              </a:ext>
            </a:extLst>
          </p:cNvPr>
          <p:cNvSpPr/>
          <p:nvPr/>
        </p:nvSpPr>
        <p:spPr>
          <a:xfrm>
            <a:off x="9172513" y="1957637"/>
            <a:ext cx="2767913" cy="35922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200" dirty="0"/>
              <a:t>La idea de este módulo es mostrar el presupuesto operativo de ILV acordado/aprobado a inicio de año y mostrar la comparación vs. El realmente ejecutado mes a 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200" dirty="0"/>
              <a:t>Debería haber espacio para evidenciar las diferencias y agregar notas explicativas sobre las diferencias que se den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387833-E990-BC4E-79D0-DA796F744C5A}"/>
              </a:ext>
            </a:extLst>
          </p:cNvPr>
          <p:cNvSpPr txBox="1"/>
          <p:nvPr/>
        </p:nvSpPr>
        <p:spPr>
          <a:xfrm>
            <a:off x="402992" y="5937711"/>
            <a:ext cx="8495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dirty="0"/>
              <a:t>Fuente: “</a:t>
            </a:r>
            <a:r>
              <a:rPr lang="es-ES" dirty="0"/>
              <a:t>ILV - Presupuesto y Ejecución 25.06.05</a:t>
            </a:r>
            <a:r>
              <a:rPr lang="es-US" dirty="0"/>
              <a:t>” – pendiente actualización y mejoras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144392-30CB-B950-B6A3-5F70A925A433}"/>
              </a:ext>
            </a:extLst>
          </p:cNvPr>
          <p:cNvSpPr/>
          <p:nvPr/>
        </p:nvSpPr>
        <p:spPr>
          <a:xfrm>
            <a:off x="2374898" y="1134600"/>
            <a:ext cx="7897177" cy="36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/>
              <a:t>* Ilustrativo: hace falta construir la comparación y el Excel con los ingresos y gastos realmente ejecutados mes a mes *</a:t>
            </a:r>
            <a:endParaRPr lang="es-US" sz="1200" dirty="0"/>
          </a:p>
        </p:txBody>
      </p:sp>
    </p:spTree>
    <p:extLst>
      <p:ext uri="{BB962C8B-B14F-4D97-AF65-F5344CB8AC3E}">
        <p14:creationId xmlns:p14="http://schemas.microsoft.com/office/powerpoint/2010/main" val="3337208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056F0-31E3-FCC6-E970-29F2D8E9D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226A8-7477-0102-7A9D-9B06B6D0E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Contenido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A36AC468-8727-130C-590D-E11395E283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96963" y="1954523"/>
          <a:ext cx="10058400" cy="148336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10058400">
                  <a:extLst>
                    <a:ext uri="{9D8B030D-6E8A-4147-A177-3AD203B41FA5}">
                      <a16:colId xmlns:a16="http://schemas.microsoft.com/office/drawing/2014/main" val="1474286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1. Módulo de Portafolio Existente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414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2. Módulo de Plan de Trabajo y Actividades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283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US" noProof="0" dirty="0"/>
                        <a:t>3. Módulo de Presupuesto Operativo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428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noProof="0" dirty="0"/>
                        <a:t>4. Pasos a seguir e ideas adicionales</a:t>
                      </a:r>
                      <a:endParaRPr lang="es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81850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795B9D-4C78-EED8-2B4E-BABF12385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DC1A63-BAE8-C483-05B1-21343FAD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LeOn Violeta – weekly update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72DE40-F73F-BFD5-CFE3-8138D6F29852}"/>
              </a:ext>
            </a:extLst>
          </p:cNvPr>
          <p:cNvSpPr/>
          <p:nvPr/>
        </p:nvSpPr>
        <p:spPr>
          <a:xfrm>
            <a:off x="1096963" y="3012433"/>
            <a:ext cx="10058400" cy="425450"/>
          </a:xfrm>
          <a:prstGeom prst="rect">
            <a:avLst/>
          </a:prstGeom>
          <a:solidFill>
            <a:srgbClr val="E4831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472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F7D8-2C52-2C72-9853-961A07858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D0D52-3085-3B02-E8C7-4EE0C2803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94678"/>
            <a:ext cx="10953750" cy="653013"/>
          </a:xfrm>
        </p:spPr>
        <p:txBody>
          <a:bodyPr>
            <a:normAutofit/>
          </a:bodyPr>
          <a:lstStyle/>
          <a:p>
            <a:r>
              <a:rPr lang="es-CO" dirty="0"/>
              <a:t>Construcción de reporting – pasos a seguir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79C160-1898-615C-1587-2F60EB9F5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18C322D8-AB97-0E37-9161-DECC7F6E4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s-US" dirty="0"/>
              <a:t>INVERSIONES Leon Violeta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49CB28-BC35-F443-A485-36DFA76DE033}"/>
              </a:ext>
            </a:extLst>
          </p:cNvPr>
          <p:cNvSpPr/>
          <p:nvPr/>
        </p:nvSpPr>
        <p:spPr>
          <a:xfrm>
            <a:off x="1655805" y="1675557"/>
            <a:ext cx="9556677" cy="40354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s-US" dirty="0">
                <a:solidFill>
                  <a:schemeClr val="tx1"/>
                </a:solidFill>
              </a:rPr>
              <a:t>Alinear y ajustar elementos de reportaje con Carlos - ok</a:t>
            </a:r>
          </a:p>
          <a:p>
            <a:pPr marL="342900" indent="-342900">
              <a:buFont typeface="+mj-lt"/>
              <a:buAutoNum type="arabicPeriod"/>
            </a:pPr>
            <a:r>
              <a:rPr lang="es-US" dirty="0">
                <a:solidFill>
                  <a:schemeClr val="tx1"/>
                </a:solidFill>
              </a:rPr>
              <a:t>Construir versión beta del reporte – en proceso DS</a:t>
            </a:r>
          </a:p>
          <a:p>
            <a:pPr marL="342900" indent="-342900">
              <a:buFont typeface="+mj-lt"/>
              <a:buAutoNum type="arabicPeriod"/>
            </a:pPr>
            <a:r>
              <a:rPr lang="es-US" dirty="0">
                <a:solidFill>
                  <a:schemeClr val="tx1"/>
                </a:solidFill>
              </a:rPr>
              <a:t>Compartir con Miguel: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US" dirty="0" err="1">
                <a:solidFill>
                  <a:schemeClr val="tx1"/>
                </a:solidFill>
              </a:rPr>
              <a:t>Freeze</a:t>
            </a:r>
            <a:r>
              <a:rPr lang="es-US" dirty="0">
                <a:solidFill>
                  <a:schemeClr val="tx1"/>
                </a:solidFill>
              </a:rPr>
              <a:t> - ok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US" dirty="0">
                <a:solidFill>
                  <a:schemeClr val="tx1"/>
                </a:solidFill>
              </a:rPr>
              <a:t>Construir plan de trabajo – MS y 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US" dirty="0">
                <a:solidFill>
                  <a:schemeClr val="tx1"/>
                </a:solidFill>
              </a:rPr>
              <a:t>Analizar y elegir plataforma a utilizar para construcción de reporte online que Carlos pueda acceder 24/7 – MS y DS</a:t>
            </a:r>
          </a:p>
          <a:p>
            <a:pPr marL="800100" lvl="1" indent="-342900">
              <a:buFont typeface="+mj-lt"/>
              <a:buAutoNum type="arabicPeriod"/>
            </a:pPr>
            <a:r>
              <a:rPr lang="es-US" dirty="0">
                <a:solidFill>
                  <a:schemeClr val="tx1"/>
                </a:solidFill>
              </a:rPr>
              <a:t>Creación procesos automatización – MS (lead), DS (alineación)</a:t>
            </a:r>
          </a:p>
          <a:p>
            <a:pPr marL="342900" indent="-342900">
              <a:buFont typeface="+mj-lt"/>
              <a:buAutoNum type="arabicPeriod"/>
            </a:pPr>
            <a:r>
              <a:rPr lang="es-US" dirty="0">
                <a:solidFill>
                  <a:schemeClr val="tx1"/>
                </a:solidFill>
              </a:rPr>
              <a:t>Documentar procesos e implementar reportaje recurrente – MS (lead), DS (alineación)</a:t>
            </a:r>
          </a:p>
          <a:p>
            <a:pPr marL="342900" indent="-342900">
              <a:buFont typeface="+mj-lt"/>
              <a:buAutoNum type="arabicPeriod"/>
            </a:pPr>
            <a:r>
              <a:rPr lang="es-US" dirty="0">
                <a:solidFill>
                  <a:schemeClr val="tx1"/>
                </a:solidFill>
              </a:rPr>
              <a:t>Repetir proceso para Grupo Malatesta – MS (lead), DS (alineación), otros gerentes</a:t>
            </a:r>
          </a:p>
          <a:p>
            <a:pPr marL="342900" indent="-342900">
              <a:buFont typeface="+mj-lt"/>
              <a:buAutoNum type="arabicPeriod"/>
            </a:pPr>
            <a:r>
              <a:rPr lang="es-US" dirty="0">
                <a:solidFill>
                  <a:schemeClr val="tx1"/>
                </a:solidFill>
              </a:rPr>
              <a:t>Objetivo versión beta reporte ILV: 1.5 mes</a:t>
            </a:r>
          </a:p>
          <a:p>
            <a:pPr marL="342900" indent="-342900">
              <a:buFont typeface="+mj-lt"/>
              <a:buAutoNum type="arabicPeriod"/>
            </a:pPr>
            <a:r>
              <a:rPr lang="es-US" dirty="0" err="1">
                <a:solidFill>
                  <a:schemeClr val="tx1"/>
                </a:solidFill>
              </a:rPr>
              <a:t>Ibid</a:t>
            </a:r>
            <a:r>
              <a:rPr lang="es-US" dirty="0">
                <a:solidFill>
                  <a:schemeClr val="tx1"/>
                </a:solidFill>
              </a:rPr>
              <a:t> - Grupo: 2.5 meses desde </a:t>
            </a:r>
            <a:r>
              <a:rPr lang="es-US" dirty="0" err="1">
                <a:solidFill>
                  <a:schemeClr val="tx1"/>
                </a:solidFill>
              </a:rPr>
              <a:t>kick</a:t>
            </a:r>
            <a:r>
              <a:rPr lang="es-US" dirty="0">
                <a:solidFill>
                  <a:schemeClr val="tx1"/>
                </a:solidFill>
              </a:rPr>
              <a:t>-off otros gerentes – si disponibilidad otros gerentes y calidad </a:t>
            </a:r>
            <a:r>
              <a:rPr lang="es-US" dirty="0" err="1">
                <a:solidFill>
                  <a:schemeClr val="tx1"/>
                </a:solidFill>
              </a:rPr>
              <a:t>info</a:t>
            </a:r>
            <a:endParaRPr lang="es-US" dirty="0">
              <a:solidFill>
                <a:schemeClr val="tx1"/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endParaRPr lang="es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745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11D2-5676-C756-3E68-A3528E472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38B9-5607-9487-9A27-C519FC81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50" y="394678"/>
            <a:ext cx="10953750" cy="653013"/>
          </a:xfrm>
        </p:spPr>
        <p:txBody>
          <a:bodyPr>
            <a:normAutofit/>
          </a:bodyPr>
          <a:lstStyle/>
          <a:p>
            <a:r>
              <a:rPr lang="es-CO" dirty="0"/>
              <a:t>Posible plataforma de centralización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74E023-9063-EF7D-AAC7-0D18A39A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FA057909-F953-6729-A3C8-1F4E2AB04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80" y="6459784"/>
            <a:ext cx="4822804" cy="365125"/>
          </a:xfrm>
        </p:spPr>
        <p:txBody>
          <a:bodyPr/>
          <a:lstStyle/>
          <a:p>
            <a:r>
              <a:rPr lang="es-US" dirty="0"/>
              <a:t>INVERSIONES Leon Violeta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B984F5-0395-21D1-7904-93A1FED67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947" y="1101462"/>
            <a:ext cx="9091646" cy="517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73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5524A-5F53-565C-3489-B8BA8F3D2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 descr="León macho descansa en su cueva">
            <a:extLst>
              <a:ext uri="{FF2B5EF4-FFF2-40B4-BE49-F238E27FC236}">
                <a16:creationId xmlns:a16="http://schemas.microsoft.com/office/drawing/2014/main" id="{F9CDA030-5210-B046-95B9-F0A1E03673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</a:blip>
          <a:srcRect t="8150" b="758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EDCA0EC9-643B-B323-D219-465D3F553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Inversiones Leon Violeta</a:t>
            </a:r>
          </a:p>
        </p:txBody>
      </p:sp>
    </p:spTree>
    <p:extLst>
      <p:ext uri="{BB962C8B-B14F-4D97-AF65-F5344CB8AC3E}">
        <p14:creationId xmlns:p14="http://schemas.microsoft.com/office/powerpoint/2010/main" val="425359227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0BEB954-4024-4CCF-A9D6-4C00FDC028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96CC85-5758-41C0-8EFD-737AFB6912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710EE66-8707-456F-8F2E-091D581CB030}">
  <ds:schemaRefs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46942</TotalTime>
  <Words>878</Words>
  <Application>Microsoft Office PowerPoint</Application>
  <PresentationFormat>Widescreen</PresentationFormat>
  <Paragraphs>111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Retrospect</vt:lpstr>
      <vt:lpstr>Inversiones Leon Violeta</vt:lpstr>
      <vt:lpstr>Esquema Reportaje ILV</vt:lpstr>
      <vt:lpstr>Contenido</vt:lpstr>
      <vt:lpstr>Resumen de mercados privados</vt:lpstr>
      <vt:lpstr>Detalle de activos mercados privados </vt:lpstr>
      <vt:lpstr>Tablero reporte activos mercados públicos</vt:lpstr>
      <vt:lpstr>Fuentes y usos previstos de capital</vt:lpstr>
      <vt:lpstr>Resumen global de portafolio</vt:lpstr>
      <vt:lpstr>Contenido</vt:lpstr>
      <vt:lpstr>Plan de trabajo acordado del año vs. Avances (ilustrativo)</vt:lpstr>
      <vt:lpstr>Contenido</vt:lpstr>
      <vt:lpstr>Reporte cumplimiento presupuesto operativo (por actualizar)</vt:lpstr>
      <vt:lpstr>Contenido</vt:lpstr>
      <vt:lpstr>Construcción de reporting – pasos a seguir</vt:lpstr>
      <vt:lpstr>Posible plataforma de centralización</vt:lpstr>
      <vt:lpstr>Inversiones Leon Violeta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Inversiones  León Violeta</dc:title>
  <dc:creator>Daniel Silva</dc:creator>
  <cp:lastModifiedBy>Daniel Silva</cp:lastModifiedBy>
  <cp:revision>100</cp:revision>
  <dcterms:created xsi:type="dcterms:W3CDTF">2023-02-23T10:16:39Z</dcterms:created>
  <dcterms:modified xsi:type="dcterms:W3CDTF">2025-06-06T00:01:29Z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